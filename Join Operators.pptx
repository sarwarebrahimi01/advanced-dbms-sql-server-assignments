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6" r:id="rId2"/>
    <p:sldId id="273" r:id="rId3"/>
    <p:sldId id="257" r:id="rId4"/>
    <p:sldId id="258" r:id="rId5"/>
    <p:sldId id="259" r:id="rId6"/>
    <p:sldId id="260" r:id="rId7"/>
    <p:sldId id="262" r:id="rId8"/>
    <p:sldId id="263" r:id="rId9"/>
    <p:sldId id="261" r:id="rId10"/>
    <p:sldId id="264" r:id="rId11"/>
    <p:sldId id="265" r:id="rId12"/>
    <p:sldId id="268" r:id="rId13"/>
    <p:sldId id="269" r:id="rId14"/>
    <p:sldId id="270" r:id="rId15"/>
    <p:sldId id="271" r:id="rId16"/>
    <p:sldId id="272" r:id="rId17"/>
    <p:sldId id="2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A069CB8-F204-4D06-B913-C5A26A89888A}" type="datetimeFigureOut">
              <a:rPr lang="en-US" dirty="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30BB376-B19C-488D-ABEB-03C7E6E9E3E0}" type="datetimeFigureOut">
              <a:rPr lang="en-US" dirty="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6F077B-A50F-4D64-8574-E2D6A98A5553}" type="datetimeFigureOut">
              <a:rPr lang="en-US" dirty="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D9E2A62-1983-43A1-A163-D8AA46534C80}" type="datetimeFigureOut">
              <a:rPr lang="en-US" dirty="0"/>
              <a:t>10/19/2025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98F3E3B-34E3-4345-B2A1-994B83598A9C}" type="datetimeFigureOut">
              <a:rPr lang="en-US" dirty="0"/>
              <a:t>10/19/2025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D816C96-82A1-4D77-8ADA-627AC6FE3D65}" type="datetimeFigureOut">
              <a:rPr lang="en-US" dirty="0"/>
              <a:t>10/19/2025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10/19/2025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10/19/2025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B747F8-9654-4282-85D2-65F41AAE7A75}" type="datetimeFigureOut">
              <a:rPr lang="en-US" dirty="0"/>
              <a:t>10/19/2025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0B6E300-0A13-4A81-945A-7333C271A069}" type="datetimeFigureOut">
              <a:rPr lang="en-US" dirty="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4671962-1EA4-46E7-BCB0-F36CE46D1A59}" type="datetimeFigureOut">
              <a:rPr lang="en-US" dirty="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31"/>
        <p:cNvGrpSpPr/>
        <p:nvPr/>
      </p:nvGrpSpPr>
      <p:grpSpPr>
        <a:xfrm>
          <a:off x="0" y="0"/>
          <a:ext cx="0" cy="0"/>
          <a:chOff x="0" y="0"/>
          <a:chExt cx="0" cy="0"/>
        </a:xfrm>
      </p:grpSpPr>
      <p:sp>
        <p:nvSpPr>
          <p:cNvPr id="332" name="Google Shape;332;p4"/>
          <p:cNvSpPr txBox="1">
            <a:spLocks noGrp="1"/>
          </p:cNvSpPr>
          <p:nvPr>
            <p:ph type="title"/>
          </p:nvPr>
        </p:nvSpPr>
        <p:spPr>
          <a:xfrm>
            <a:off x="960000" y="593367"/>
            <a:ext cx="102720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33" name="Google Shape;333;p4"/>
          <p:cNvSpPr txBox="1">
            <a:spLocks noGrp="1"/>
          </p:cNvSpPr>
          <p:nvPr>
            <p:ph type="body" idx="1"/>
          </p:nvPr>
        </p:nvSpPr>
        <p:spPr>
          <a:xfrm>
            <a:off x="960000" y="1536633"/>
            <a:ext cx="10272000" cy="4555200"/>
          </a:xfrm>
          <a:prstGeom prst="rect">
            <a:avLst/>
          </a:prstGeom>
        </p:spPr>
        <p:txBody>
          <a:bodyPr spcFirstLastPara="1" wrap="square" lIns="91425" tIns="91425" rIns="91425" bIns="91425" anchor="t" anchorCtr="0">
            <a:noAutofit/>
          </a:bodyPr>
          <a:lstStyle>
            <a:lvl1pPr marL="609585" lvl="0" indent="-423323" rtl="0">
              <a:lnSpc>
                <a:spcPct val="115000"/>
              </a:lnSpc>
              <a:spcBef>
                <a:spcPts val="0"/>
              </a:spcBef>
              <a:spcAft>
                <a:spcPts val="0"/>
              </a:spcAft>
              <a:buSzPts val="1400"/>
              <a:buChar char="●"/>
              <a:defRPr sz="1867"/>
            </a:lvl1pPr>
            <a:lvl2pPr marL="1219170" lvl="1" indent="-423323" rtl="0">
              <a:lnSpc>
                <a:spcPct val="115000"/>
              </a:lnSpc>
              <a:spcBef>
                <a:spcPts val="0"/>
              </a:spcBef>
              <a:spcAft>
                <a:spcPts val="0"/>
              </a:spcAft>
              <a:buSzPts val="1400"/>
              <a:buChar char="○"/>
              <a:defRPr/>
            </a:lvl2pPr>
            <a:lvl3pPr marL="1828754" lvl="2" indent="-423323" rtl="0">
              <a:lnSpc>
                <a:spcPct val="115000"/>
              </a:lnSpc>
              <a:spcBef>
                <a:spcPts val="0"/>
              </a:spcBef>
              <a:spcAft>
                <a:spcPts val="0"/>
              </a:spcAft>
              <a:buSzPts val="1400"/>
              <a:buChar char="■"/>
              <a:defRPr/>
            </a:lvl3pPr>
            <a:lvl4pPr marL="2438339" lvl="3" indent="-423323" rtl="0">
              <a:lnSpc>
                <a:spcPct val="115000"/>
              </a:lnSpc>
              <a:spcBef>
                <a:spcPts val="0"/>
              </a:spcBef>
              <a:spcAft>
                <a:spcPts val="0"/>
              </a:spcAft>
              <a:buSzPts val="1400"/>
              <a:buChar char="●"/>
              <a:defRPr/>
            </a:lvl4pPr>
            <a:lvl5pPr marL="3047924" lvl="4" indent="-423323" rtl="0">
              <a:lnSpc>
                <a:spcPct val="115000"/>
              </a:lnSpc>
              <a:spcBef>
                <a:spcPts val="0"/>
              </a:spcBef>
              <a:spcAft>
                <a:spcPts val="0"/>
              </a:spcAft>
              <a:buSzPts val="1400"/>
              <a:buChar char="○"/>
              <a:defRPr/>
            </a:lvl5pPr>
            <a:lvl6pPr marL="3657509" lvl="5" indent="-423323" rtl="0">
              <a:lnSpc>
                <a:spcPct val="115000"/>
              </a:lnSpc>
              <a:spcBef>
                <a:spcPts val="0"/>
              </a:spcBef>
              <a:spcAft>
                <a:spcPts val="0"/>
              </a:spcAft>
              <a:buSzPts val="1400"/>
              <a:buChar char="■"/>
              <a:defRPr/>
            </a:lvl6pPr>
            <a:lvl7pPr marL="4267093" lvl="6" indent="-423323" rtl="0">
              <a:lnSpc>
                <a:spcPct val="115000"/>
              </a:lnSpc>
              <a:spcBef>
                <a:spcPts val="0"/>
              </a:spcBef>
              <a:spcAft>
                <a:spcPts val="0"/>
              </a:spcAft>
              <a:buSzPts val="1400"/>
              <a:buChar char="●"/>
              <a:defRPr/>
            </a:lvl7pPr>
            <a:lvl8pPr marL="4876678" lvl="7" indent="-423323" rtl="0">
              <a:lnSpc>
                <a:spcPct val="115000"/>
              </a:lnSpc>
              <a:spcBef>
                <a:spcPts val="0"/>
              </a:spcBef>
              <a:spcAft>
                <a:spcPts val="0"/>
              </a:spcAft>
              <a:buSzPts val="1400"/>
              <a:buChar char="○"/>
              <a:defRPr/>
            </a:lvl8pPr>
            <a:lvl9pPr marL="5486263" lvl="8" indent="-423323" rtl="0">
              <a:lnSpc>
                <a:spcPct val="115000"/>
              </a:lnSpc>
              <a:spcBef>
                <a:spcPts val="0"/>
              </a:spcBef>
              <a:spcAft>
                <a:spcPts val="0"/>
              </a:spcAft>
              <a:buSzPts val="1400"/>
              <a:buChar char="■"/>
              <a:defRPr/>
            </a:lvl9pPr>
          </a:lstStyle>
          <a:p>
            <a:endParaRPr/>
          </a:p>
        </p:txBody>
      </p:sp>
      <p:grpSp>
        <p:nvGrpSpPr>
          <p:cNvPr id="334" name="Google Shape;334;p4"/>
          <p:cNvGrpSpPr/>
          <p:nvPr/>
        </p:nvGrpSpPr>
        <p:grpSpPr>
          <a:xfrm>
            <a:off x="-2296149" y="-1211875"/>
            <a:ext cx="3454620" cy="3454620"/>
            <a:chOff x="2924725" y="208150"/>
            <a:chExt cx="1242550" cy="1242550"/>
          </a:xfrm>
        </p:grpSpPr>
        <p:sp>
          <p:nvSpPr>
            <p:cNvPr id="335" name="Google Shape;335;p4"/>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4"/>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4"/>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4"/>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4"/>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 name="Google Shape;340;p4"/>
            <p:cNvSpPr/>
            <p:nvPr/>
          </p:nvSpPr>
          <p:spPr>
            <a:xfrm>
              <a:off x="3188350"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 name="Google Shape;341;p4"/>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4"/>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4"/>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4"/>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4"/>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4"/>
            <p:cNvSpPr/>
            <p:nvPr/>
          </p:nvSpPr>
          <p:spPr>
            <a:xfrm>
              <a:off x="3743450"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4"/>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 name="Google Shape;348;p4"/>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 name="Google Shape;349;p4"/>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 name="Google Shape;350;p4"/>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 name="Google Shape;351;p4"/>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 name="Google Shape;352;p4"/>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3" name="Google Shape;353;p4"/>
          <p:cNvGrpSpPr/>
          <p:nvPr/>
        </p:nvGrpSpPr>
        <p:grpSpPr>
          <a:xfrm>
            <a:off x="10443451" y="5068974"/>
            <a:ext cx="3454620" cy="3454620"/>
            <a:chOff x="2924725" y="208150"/>
            <a:chExt cx="1242550" cy="1242550"/>
          </a:xfrm>
        </p:grpSpPr>
        <p:sp>
          <p:nvSpPr>
            <p:cNvPr id="354" name="Google Shape;354;p4"/>
            <p:cNvSpPr/>
            <p:nvPr/>
          </p:nvSpPr>
          <p:spPr>
            <a:xfrm>
              <a:off x="3333800" y="766875"/>
              <a:ext cx="173425" cy="125125"/>
            </a:xfrm>
            <a:custGeom>
              <a:avLst/>
              <a:gdLst/>
              <a:ahLst/>
              <a:cxnLst/>
              <a:rect l="l" t="t" r="r" b="b"/>
              <a:pathLst>
                <a:path w="6937" h="5005" extrusionOk="0">
                  <a:moveTo>
                    <a:pt x="4428" y="582"/>
                  </a:moveTo>
                  <a:lnTo>
                    <a:pt x="6152" y="2502"/>
                  </a:lnTo>
                  <a:lnTo>
                    <a:pt x="4428" y="4422"/>
                  </a:lnTo>
                  <a:lnTo>
                    <a:pt x="583" y="4422"/>
                  </a:lnTo>
                  <a:lnTo>
                    <a:pt x="583" y="582"/>
                  </a:lnTo>
                  <a:close/>
                  <a:moveTo>
                    <a:pt x="1" y="0"/>
                  </a:moveTo>
                  <a:lnTo>
                    <a:pt x="1" y="5004"/>
                  </a:lnTo>
                  <a:lnTo>
                    <a:pt x="4690" y="5004"/>
                  </a:lnTo>
                  <a:lnTo>
                    <a:pt x="6936" y="2502"/>
                  </a:lnTo>
                  <a:lnTo>
                    <a:pt x="4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 name="Google Shape;355;p4"/>
            <p:cNvSpPr/>
            <p:nvPr/>
          </p:nvSpPr>
          <p:spPr>
            <a:xfrm>
              <a:off x="3483450" y="868225"/>
              <a:ext cx="125250" cy="173550"/>
            </a:xfrm>
            <a:custGeom>
              <a:avLst/>
              <a:gdLst/>
              <a:ahLst/>
              <a:cxnLst/>
              <a:rect l="l" t="t" r="r" b="b"/>
              <a:pathLst>
                <a:path w="5010" h="6942" extrusionOk="0">
                  <a:moveTo>
                    <a:pt x="2502" y="790"/>
                  </a:moveTo>
                  <a:lnTo>
                    <a:pt x="4422" y="2514"/>
                  </a:lnTo>
                  <a:lnTo>
                    <a:pt x="4422" y="6359"/>
                  </a:lnTo>
                  <a:lnTo>
                    <a:pt x="588" y="6359"/>
                  </a:lnTo>
                  <a:lnTo>
                    <a:pt x="588" y="2514"/>
                  </a:lnTo>
                  <a:lnTo>
                    <a:pt x="2502" y="790"/>
                  </a:lnTo>
                  <a:close/>
                  <a:moveTo>
                    <a:pt x="2502" y="0"/>
                  </a:moveTo>
                  <a:lnTo>
                    <a:pt x="0" y="2253"/>
                  </a:lnTo>
                  <a:lnTo>
                    <a:pt x="0" y="6941"/>
                  </a:lnTo>
                  <a:lnTo>
                    <a:pt x="5010" y="6941"/>
                  </a:lnTo>
                  <a:lnTo>
                    <a:pt x="5010" y="2253"/>
                  </a:lnTo>
                  <a:lnTo>
                    <a:pt x="2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 name="Google Shape;356;p4"/>
            <p:cNvSpPr/>
            <p:nvPr/>
          </p:nvSpPr>
          <p:spPr>
            <a:xfrm>
              <a:off x="2924725" y="208150"/>
              <a:ext cx="1242550" cy="1242550"/>
            </a:xfrm>
            <a:custGeom>
              <a:avLst/>
              <a:gdLst/>
              <a:ahLst/>
              <a:cxnLst/>
              <a:rect l="l" t="t" r="r" b="b"/>
              <a:pathLst>
                <a:path w="49702" h="49702" extrusionOk="0">
                  <a:moveTo>
                    <a:pt x="24851" y="5446"/>
                  </a:moveTo>
                  <a:lnTo>
                    <a:pt x="30574" y="11133"/>
                  </a:lnTo>
                  <a:lnTo>
                    <a:pt x="38575" y="11133"/>
                  </a:lnTo>
                  <a:lnTo>
                    <a:pt x="38575" y="19134"/>
                  </a:lnTo>
                  <a:lnTo>
                    <a:pt x="44263" y="24863"/>
                  </a:lnTo>
                  <a:lnTo>
                    <a:pt x="38575" y="30587"/>
                  </a:lnTo>
                  <a:lnTo>
                    <a:pt x="38575" y="38575"/>
                  </a:lnTo>
                  <a:lnTo>
                    <a:pt x="30587" y="38575"/>
                  </a:lnTo>
                  <a:lnTo>
                    <a:pt x="24846" y="44270"/>
                  </a:lnTo>
                  <a:lnTo>
                    <a:pt x="19115" y="38575"/>
                  </a:lnTo>
                  <a:lnTo>
                    <a:pt x="11133" y="38575"/>
                  </a:lnTo>
                  <a:lnTo>
                    <a:pt x="11133" y="30593"/>
                  </a:lnTo>
                  <a:lnTo>
                    <a:pt x="5438" y="24851"/>
                  </a:lnTo>
                  <a:lnTo>
                    <a:pt x="11133" y="19121"/>
                  </a:lnTo>
                  <a:lnTo>
                    <a:pt x="11133" y="11133"/>
                  </a:lnTo>
                  <a:lnTo>
                    <a:pt x="19127" y="11133"/>
                  </a:lnTo>
                  <a:lnTo>
                    <a:pt x="24851" y="5446"/>
                  </a:lnTo>
                  <a:close/>
                  <a:moveTo>
                    <a:pt x="24851" y="4625"/>
                  </a:moveTo>
                  <a:lnTo>
                    <a:pt x="18883" y="10545"/>
                  </a:lnTo>
                  <a:lnTo>
                    <a:pt x="10545" y="10545"/>
                  </a:lnTo>
                  <a:lnTo>
                    <a:pt x="10545" y="18884"/>
                  </a:lnTo>
                  <a:lnTo>
                    <a:pt x="4612" y="24851"/>
                  </a:lnTo>
                  <a:lnTo>
                    <a:pt x="10545" y="30831"/>
                  </a:lnTo>
                  <a:lnTo>
                    <a:pt x="10545" y="39157"/>
                  </a:lnTo>
                  <a:lnTo>
                    <a:pt x="18871" y="39157"/>
                  </a:lnTo>
                  <a:lnTo>
                    <a:pt x="24846" y="45096"/>
                  </a:lnTo>
                  <a:lnTo>
                    <a:pt x="30824" y="39157"/>
                  </a:lnTo>
                  <a:lnTo>
                    <a:pt x="39157" y="39157"/>
                  </a:lnTo>
                  <a:lnTo>
                    <a:pt x="39157" y="30825"/>
                  </a:lnTo>
                  <a:lnTo>
                    <a:pt x="45083" y="24863"/>
                  </a:lnTo>
                  <a:lnTo>
                    <a:pt x="39157" y="18890"/>
                  </a:lnTo>
                  <a:lnTo>
                    <a:pt x="39157" y="10545"/>
                  </a:lnTo>
                  <a:lnTo>
                    <a:pt x="30818" y="10545"/>
                  </a:lnTo>
                  <a:lnTo>
                    <a:pt x="24851" y="4625"/>
                  </a:lnTo>
                  <a:close/>
                  <a:moveTo>
                    <a:pt x="24851" y="827"/>
                  </a:moveTo>
                  <a:lnTo>
                    <a:pt x="31888" y="7865"/>
                  </a:lnTo>
                  <a:lnTo>
                    <a:pt x="41838" y="7865"/>
                  </a:lnTo>
                  <a:lnTo>
                    <a:pt x="41838" y="17814"/>
                  </a:lnTo>
                  <a:lnTo>
                    <a:pt x="48875" y="24851"/>
                  </a:lnTo>
                  <a:lnTo>
                    <a:pt x="41838" y="31888"/>
                  </a:lnTo>
                  <a:lnTo>
                    <a:pt x="41838" y="41838"/>
                  </a:lnTo>
                  <a:lnTo>
                    <a:pt x="31888" y="41838"/>
                  </a:lnTo>
                  <a:lnTo>
                    <a:pt x="24851" y="48876"/>
                  </a:lnTo>
                  <a:lnTo>
                    <a:pt x="17813" y="41838"/>
                  </a:lnTo>
                  <a:lnTo>
                    <a:pt x="7863" y="41838"/>
                  </a:lnTo>
                  <a:lnTo>
                    <a:pt x="7863" y="31888"/>
                  </a:lnTo>
                  <a:lnTo>
                    <a:pt x="827" y="24851"/>
                  </a:lnTo>
                  <a:lnTo>
                    <a:pt x="7863" y="17814"/>
                  </a:lnTo>
                  <a:lnTo>
                    <a:pt x="7863" y="7865"/>
                  </a:lnTo>
                  <a:lnTo>
                    <a:pt x="17820" y="7865"/>
                  </a:lnTo>
                  <a:lnTo>
                    <a:pt x="24851" y="827"/>
                  </a:lnTo>
                  <a:close/>
                  <a:moveTo>
                    <a:pt x="24851" y="1"/>
                  </a:moveTo>
                  <a:lnTo>
                    <a:pt x="17576" y="7281"/>
                  </a:lnTo>
                  <a:lnTo>
                    <a:pt x="7281" y="7281"/>
                  </a:lnTo>
                  <a:lnTo>
                    <a:pt x="7281" y="17576"/>
                  </a:lnTo>
                  <a:lnTo>
                    <a:pt x="1" y="24851"/>
                  </a:lnTo>
                  <a:lnTo>
                    <a:pt x="7281" y="32132"/>
                  </a:lnTo>
                  <a:lnTo>
                    <a:pt x="7281" y="42427"/>
                  </a:lnTo>
                  <a:lnTo>
                    <a:pt x="17576" y="42427"/>
                  </a:lnTo>
                  <a:lnTo>
                    <a:pt x="24851" y="49702"/>
                  </a:lnTo>
                  <a:lnTo>
                    <a:pt x="32132" y="42427"/>
                  </a:lnTo>
                  <a:lnTo>
                    <a:pt x="42427" y="42427"/>
                  </a:lnTo>
                  <a:lnTo>
                    <a:pt x="42427" y="32132"/>
                  </a:lnTo>
                  <a:lnTo>
                    <a:pt x="49702" y="24851"/>
                  </a:lnTo>
                  <a:lnTo>
                    <a:pt x="42427" y="17576"/>
                  </a:lnTo>
                  <a:lnTo>
                    <a:pt x="42427" y="7281"/>
                  </a:lnTo>
                  <a:lnTo>
                    <a:pt x="32132" y="7281"/>
                  </a:lnTo>
                  <a:lnTo>
                    <a:pt x="248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 name="Google Shape;357;p4"/>
            <p:cNvSpPr/>
            <p:nvPr/>
          </p:nvSpPr>
          <p:spPr>
            <a:xfrm>
              <a:off x="3584900" y="766875"/>
              <a:ext cx="173300" cy="125125"/>
            </a:xfrm>
            <a:custGeom>
              <a:avLst/>
              <a:gdLst/>
              <a:ahLst/>
              <a:cxnLst/>
              <a:rect l="l" t="t" r="r" b="b"/>
              <a:pathLst>
                <a:path w="6932" h="5005" extrusionOk="0">
                  <a:moveTo>
                    <a:pt x="6343" y="582"/>
                  </a:moveTo>
                  <a:lnTo>
                    <a:pt x="6343" y="4422"/>
                  </a:lnTo>
                  <a:lnTo>
                    <a:pt x="2510" y="4422"/>
                  </a:lnTo>
                  <a:lnTo>
                    <a:pt x="785" y="2502"/>
                  </a:lnTo>
                  <a:lnTo>
                    <a:pt x="2510" y="582"/>
                  </a:lnTo>
                  <a:close/>
                  <a:moveTo>
                    <a:pt x="2247" y="0"/>
                  </a:moveTo>
                  <a:lnTo>
                    <a:pt x="1" y="2502"/>
                  </a:lnTo>
                  <a:lnTo>
                    <a:pt x="2247" y="5004"/>
                  </a:lnTo>
                  <a:lnTo>
                    <a:pt x="6932" y="5004"/>
                  </a:lnTo>
                  <a:lnTo>
                    <a:pt x="69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 name="Google Shape;358;p4"/>
            <p:cNvSpPr/>
            <p:nvPr/>
          </p:nvSpPr>
          <p:spPr>
            <a:xfrm>
              <a:off x="3483450" y="617375"/>
              <a:ext cx="125250" cy="173300"/>
            </a:xfrm>
            <a:custGeom>
              <a:avLst/>
              <a:gdLst/>
              <a:ahLst/>
              <a:cxnLst/>
              <a:rect l="l" t="t" r="r" b="b"/>
              <a:pathLst>
                <a:path w="5010" h="6932" extrusionOk="0">
                  <a:moveTo>
                    <a:pt x="4422" y="590"/>
                  </a:moveTo>
                  <a:lnTo>
                    <a:pt x="4422" y="4422"/>
                  </a:lnTo>
                  <a:lnTo>
                    <a:pt x="2502" y="6147"/>
                  </a:lnTo>
                  <a:lnTo>
                    <a:pt x="588" y="4422"/>
                  </a:lnTo>
                  <a:lnTo>
                    <a:pt x="588" y="590"/>
                  </a:lnTo>
                  <a:close/>
                  <a:moveTo>
                    <a:pt x="0" y="0"/>
                  </a:moveTo>
                  <a:lnTo>
                    <a:pt x="0" y="4685"/>
                  </a:lnTo>
                  <a:lnTo>
                    <a:pt x="2502" y="6932"/>
                  </a:lnTo>
                  <a:lnTo>
                    <a:pt x="5010" y="4685"/>
                  </a:lnTo>
                  <a:lnTo>
                    <a:pt x="501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 name="Google Shape;359;p4"/>
            <p:cNvSpPr/>
            <p:nvPr/>
          </p:nvSpPr>
          <p:spPr>
            <a:xfrm>
              <a:off x="3188350" y="471775"/>
              <a:ext cx="715325" cy="715325"/>
            </a:xfrm>
            <a:custGeom>
              <a:avLst/>
              <a:gdLst/>
              <a:ahLst/>
              <a:cxnLst/>
              <a:rect l="l" t="t" r="r" b="b"/>
              <a:pathLst>
                <a:path w="28613" h="28613" extrusionOk="0">
                  <a:moveTo>
                    <a:pt x="28030" y="588"/>
                  </a:moveTo>
                  <a:lnTo>
                    <a:pt x="28030" y="7756"/>
                  </a:lnTo>
                  <a:lnTo>
                    <a:pt x="25408" y="5117"/>
                  </a:lnTo>
                  <a:lnTo>
                    <a:pt x="22205" y="8392"/>
                  </a:lnTo>
                  <a:lnTo>
                    <a:pt x="22205" y="11804"/>
                  </a:lnTo>
                  <a:lnTo>
                    <a:pt x="18109" y="11804"/>
                  </a:lnTo>
                  <a:lnTo>
                    <a:pt x="15863" y="14306"/>
                  </a:lnTo>
                  <a:lnTo>
                    <a:pt x="18109" y="16808"/>
                  </a:lnTo>
                  <a:lnTo>
                    <a:pt x="22205" y="16808"/>
                  </a:lnTo>
                  <a:lnTo>
                    <a:pt x="22205" y="20232"/>
                  </a:lnTo>
                  <a:lnTo>
                    <a:pt x="25408" y="23507"/>
                  </a:lnTo>
                  <a:lnTo>
                    <a:pt x="28030" y="20868"/>
                  </a:lnTo>
                  <a:lnTo>
                    <a:pt x="28030" y="28030"/>
                  </a:lnTo>
                  <a:lnTo>
                    <a:pt x="20868" y="28030"/>
                  </a:lnTo>
                  <a:lnTo>
                    <a:pt x="23501" y="25416"/>
                  </a:lnTo>
                  <a:lnTo>
                    <a:pt x="20226" y="22217"/>
                  </a:lnTo>
                  <a:lnTo>
                    <a:pt x="16814" y="22217"/>
                  </a:lnTo>
                  <a:lnTo>
                    <a:pt x="16814" y="18111"/>
                  </a:lnTo>
                  <a:lnTo>
                    <a:pt x="14306" y="15858"/>
                  </a:lnTo>
                  <a:lnTo>
                    <a:pt x="11804" y="18111"/>
                  </a:lnTo>
                  <a:lnTo>
                    <a:pt x="11804" y="22217"/>
                  </a:lnTo>
                  <a:lnTo>
                    <a:pt x="8386" y="22217"/>
                  </a:lnTo>
                  <a:lnTo>
                    <a:pt x="5111" y="25416"/>
                  </a:lnTo>
                  <a:lnTo>
                    <a:pt x="7739" y="28030"/>
                  </a:lnTo>
                  <a:lnTo>
                    <a:pt x="588" y="28030"/>
                  </a:lnTo>
                  <a:lnTo>
                    <a:pt x="588" y="20874"/>
                  </a:lnTo>
                  <a:lnTo>
                    <a:pt x="3197" y="23507"/>
                  </a:lnTo>
                  <a:lnTo>
                    <a:pt x="6401" y="20232"/>
                  </a:lnTo>
                  <a:lnTo>
                    <a:pt x="6401" y="16808"/>
                  </a:lnTo>
                  <a:lnTo>
                    <a:pt x="10508" y="16808"/>
                  </a:lnTo>
                  <a:lnTo>
                    <a:pt x="12754" y="14306"/>
                  </a:lnTo>
                  <a:lnTo>
                    <a:pt x="10508" y="11804"/>
                  </a:lnTo>
                  <a:lnTo>
                    <a:pt x="6401" y="11804"/>
                  </a:lnTo>
                  <a:lnTo>
                    <a:pt x="6401" y="8392"/>
                  </a:lnTo>
                  <a:lnTo>
                    <a:pt x="3197" y="5117"/>
                  </a:lnTo>
                  <a:lnTo>
                    <a:pt x="588" y="7750"/>
                  </a:lnTo>
                  <a:lnTo>
                    <a:pt x="588" y="588"/>
                  </a:lnTo>
                  <a:lnTo>
                    <a:pt x="7750" y="588"/>
                  </a:lnTo>
                  <a:lnTo>
                    <a:pt x="5111" y="3210"/>
                  </a:lnTo>
                  <a:lnTo>
                    <a:pt x="8386" y="6414"/>
                  </a:lnTo>
                  <a:lnTo>
                    <a:pt x="11804" y="6414"/>
                  </a:lnTo>
                  <a:lnTo>
                    <a:pt x="11804" y="10509"/>
                  </a:lnTo>
                  <a:lnTo>
                    <a:pt x="14306" y="12756"/>
                  </a:lnTo>
                  <a:lnTo>
                    <a:pt x="16814" y="10509"/>
                  </a:lnTo>
                  <a:lnTo>
                    <a:pt x="16814" y="6414"/>
                  </a:lnTo>
                  <a:lnTo>
                    <a:pt x="20226" y="6414"/>
                  </a:lnTo>
                  <a:lnTo>
                    <a:pt x="23501" y="3210"/>
                  </a:lnTo>
                  <a:lnTo>
                    <a:pt x="20862" y="588"/>
                  </a:lnTo>
                  <a:close/>
                  <a:moveTo>
                    <a:pt x="0" y="0"/>
                  </a:moveTo>
                  <a:lnTo>
                    <a:pt x="0" y="9165"/>
                  </a:lnTo>
                  <a:lnTo>
                    <a:pt x="3197" y="5950"/>
                  </a:lnTo>
                  <a:lnTo>
                    <a:pt x="5819" y="8630"/>
                  </a:lnTo>
                  <a:lnTo>
                    <a:pt x="5819" y="12386"/>
                  </a:lnTo>
                  <a:lnTo>
                    <a:pt x="10246" y="12386"/>
                  </a:lnTo>
                  <a:lnTo>
                    <a:pt x="11970" y="14306"/>
                  </a:lnTo>
                  <a:lnTo>
                    <a:pt x="10246" y="16226"/>
                  </a:lnTo>
                  <a:lnTo>
                    <a:pt x="5819" y="16226"/>
                  </a:lnTo>
                  <a:lnTo>
                    <a:pt x="5819" y="19995"/>
                  </a:lnTo>
                  <a:lnTo>
                    <a:pt x="3197" y="22675"/>
                  </a:lnTo>
                  <a:lnTo>
                    <a:pt x="0" y="19460"/>
                  </a:lnTo>
                  <a:lnTo>
                    <a:pt x="0" y="28612"/>
                  </a:lnTo>
                  <a:lnTo>
                    <a:pt x="9158" y="28612"/>
                  </a:lnTo>
                  <a:lnTo>
                    <a:pt x="5943" y="25421"/>
                  </a:lnTo>
                  <a:lnTo>
                    <a:pt x="8623" y="22799"/>
                  </a:lnTo>
                  <a:lnTo>
                    <a:pt x="12392" y="22799"/>
                  </a:lnTo>
                  <a:lnTo>
                    <a:pt x="12392" y="18372"/>
                  </a:lnTo>
                  <a:lnTo>
                    <a:pt x="14306" y="16648"/>
                  </a:lnTo>
                  <a:lnTo>
                    <a:pt x="16226" y="18372"/>
                  </a:lnTo>
                  <a:lnTo>
                    <a:pt x="16226" y="22799"/>
                  </a:lnTo>
                  <a:lnTo>
                    <a:pt x="19988" y="22799"/>
                  </a:lnTo>
                  <a:lnTo>
                    <a:pt x="22668" y="25421"/>
                  </a:lnTo>
                  <a:lnTo>
                    <a:pt x="19447" y="28612"/>
                  </a:lnTo>
                  <a:lnTo>
                    <a:pt x="28612" y="28612"/>
                  </a:lnTo>
                  <a:lnTo>
                    <a:pt x="28612" y="19453"/>
                  </a:lnTo>
                  <a:lnTo>
                    <a:pt x="25414" y="22675"/>
                  </a:lnTo>
                  <a:lnTo>
                    <a:pt x="22794" y="19995"/>
                  </a:lnTo>
                  <a:lnTo>
                    <a:pt x="22794" y="16226"/>
                  </a:lnTo>
                  <a:lnTo>
                    <a:pt x="18372" y="16226"/>
                  </a:lnTo>
                  <a:lnTo>
                    <a:pt x="16647" y="14306"/>
                  </a:lnTo>
                  <a:lnTo>
                    <a:pt x="18372" y="12386"/>
                  </a:lnTo>
                  <a:lnTo>
                    <a:pt x="22794" y="12386"/>
                  </a:lnTo>
                  <a:lnTo>
                    <a:pt x="22794" y="8630"/>
                  </a:lnTo>
                  <a:lnTo>
                    <a:pt x="25414" y="5950"/>
                  </a:lnTo>
                  <a:lnTo>
                    <a:pt x="28612" y="9177"/>
                  </a:lnTo>
                  <a:lnTo>
                    <a:pt x="28612" y="0"/>
                  </a:lnTo>
                  <a:lnTo>
                    <a:pt x="19442" y="0"/>
                  </a:lnTo>
                  <a:lnTo>
                    <a:pt x="22668" y="3204"/>
                  </a:lnTo>
                  <a:lnTo>
                    <a:pt x="19988" y="5824"/>
                  </a:lnTo>
                  <a:lnTo>
                    <a:pt x="16226" y="5824"/>
                  </a:lnTo>
                  <a:lnTo>
                    <a:pt x="16226" y="10246"/>
                  </a:lnTo>
                  <a:lnTo>
                    <a:pt x="14306" y="11971"/>
                  </a:lnTo>
                  <a:lnTo>
                    <a:pt x="12392" y="10246"/>
                  </a:lnTo>
                  <a:lnTo>
                    <a:pt x="12392" y="5824"/>
                  </a:lnTo>
                  <a:lnTo>
                    <a:pt x="8623" y="5824"/>
                  </a:lnTo>
                  <a:lnTo>
                    <a:pt x="5943" y="3204"/>
                  </a:lnTo>
                  <a:lnTo>
                    <a:pt x="917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 name="Google Shape;360;p4"/>
            <p:cNvSpPr/>
            <p:nvPr/>
          </p:nvSpPr>
          <p:spPr>
            <a:xfrm>
              <a:off x="3382100" y="323775"/>
              <a:ext cx="327825" cy="308350"/>
            </a:xfrm>
            <a:custGeom>
              <a:avLst/>
              <a:gdLst/>
              <a:ahLst/>
              <a:cxnLst/>
              <a:rect l="l" t="t" r="r" b="b"/>
              <a:pathLst>
                <a:path w="13113" h="12334" extrusionOk="0">
                  <a:moveTo>
                    <a:pt x="6556" y="821"/>
                  </a:moveTo>
                  <a:lnTo>
                    <a:pt x="11692" y="5920"/>
                  </a:lnTo>
                  <a:lnTo>
                    <a:pt x="8476" y="5920"/>
                  </a:lnTo>
                  <a:lnTo>
                    <a:pt x="8476" y="11744"/>
                  </a:lnTo>
                  <a:lnTo>
                    <a:pt x="4642" y="11744"/>
                  </a:lnTo>
                  <a:lnTo>
                    <a:pt x="4642" y="5920"/>
                  </a:lnTo>
                  <a:lnTo>
                    <a:pt x="1421" y="5920"/>
                  </a:lnTo>
                  <a:lnTo>
                    <a:pt x="6556" y="821"/>
                  </a:lnTo>
                  <a:close/>
                  <a:moveTo>
                    <a:pt x="6556" y="0"/>
                  </a:moveTo>
                  <a:lnTo>
                    <a:pt x="0" y="6508"/>
                  </a:lnTo>
                  <a:lnTo>
                    <a:pt x="4054" y="6508"/>
                  </a:lnTo>
                  <a:lnTo>
                    <a:pt x="4054" y="12334"/>
                  </a:lnTo>
                  <a:lnTo>
                    <a:pt x="9064" y="12334"/>
                  </a:lnTo>
                  <a:lnTo>
                    <a:pt x="9064" y="6508"/>
                  </a:lnTo>
                  <a:lnTo>
                    <a:pt x="13112" y="6508"/>
                  </a:lnTo>
                  <a:lnTo>
                    <a:pt x="65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 name="Google Shape;361;p4"/>
            <p:cNvSpPr/>
            <p:nvPr/>
          </p:nvSpPr>
          <p:spPr>
            <a:xfrm>
              <a:off x="3594000" y="471775"/>
              <a:ext cx="181900" cy="160350"/>
            </a:xfrm>
            <a:custGeom>
              <a:avLst/>
              <a:gdLst/>
              <a:ahLst/>
              <a:cxnLst/>
              <a:rect l="l" t="t" r="r" b="b"/>
              <a:pathLst>
                <a:path w="7276" h="6414" extrusionOk="0">
                  <a:moveTo>
                    <a:pt x="3803" y="588"/>
                  </a:moveTo>
                  <a:lnTo>
                    <a:pt x="6442" y="3204"/>
                  </a:lnTo>
                  <a:lnTo>
                    <a:pt x="3762" y="5824"/>
                  </a:lnTo>
                  <a:lnTo>
                    <a:pt x="588" y="5824"/>
                  </a:lnTo>
                  <a:lnTo>
                    <a:pt x="588" y="588"/>
                  </a:lnTo>
                  <a:close/>
                  <a:moveTo>
                    <a:pt x="0" y="0"/>
                  </a:moveTo>
                  <a:lnTo>
                    <a:pt x="0" y="6414"/>
                  </a:lnTo>
                  <a:lnTo>
                    <a:pt x="4000" y="6414"/>
                  </a:lnTo>
                  <a:lnTo>
                    <a:pt x="7275" y="3210"/>
                  </a:lnTo>
                  <a:lnTo>
                    <a:pt x="404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 name="Google Shape;362;p4"/>
            <p:cNvSpPr/>
            <p:nvPr/>
          </p:nvSpPr>
          <p:spPr>
            <a:xfrm>
              <a:off x="3316125" y="471775"/>
              <a:ext cx="182025" cy="160350"/>
            </a:xfrm>
            <a:custGeom>
              <a:avLst/>
              <a:gdLst/>
              <a:ahLst/>
              <a:cxnLst/>
              <a:rect l="l" t="t" r="r" b="b"/>
              <a:pathLst>
                <a:path w="7281" h="6414" extrusionOk="0">
                  <a:moveTo>
                    <a:pt x="6693" y="588"/>
                  </a:moveTo>
                  <a:lnTo>
                    <a:pt x="6693" y="5824"/>
                  </a:lnTo>
                  <a:lnTo>
                    <a:pt x="3512" y="5824"/>
                  </a:lnTo>
                  <a:lnTo>
                    <a:pt x="832" y="3204"/>
                  </a:lnTo>
                  <a:lnTo>
                    <a:pt x="3471" y="588"/>
                  </a:lnTo>
                  <a:close/>
                  <a:moveTo>
                    <a:pt x="3227" y="0"/>
                  </a:moveTo>
                  <a:lnTo>
                    <a:pt x="0" y="3210"/>
                  </a:lnTo>
                  <a:lnTo>
                    <a:pt x="3275" y="6414"/>
                  </a:lnTo>
                  <a:lnTo>
                    <a:pt x="7281" y="6414"/>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 name="Google Shape;363;p4"/>
            <p:cNvSpPr/>
            <p:nvPr/>
          </p:nvSpPr>
          <p:spPr>
            <a:xfrm>
              <a:off x="3743450" y="665650"/>
              <a:ext cx="308350" cy="327825"/>
            </a:xfrm>
            <a:custGeom>
              <a:avLst/>
              <a:gdLst/>
              <a:ahLst/>
              <a:cxnLst/>
              <a:rect l="l" t="t" r="r" b="b"/>
              <a:pathLst>
                <a:path w="12334" h="13113" extrusionOk="0">
                  <a:moveTo>
                    <a:pt x="6408" y="1422"/>
                  </a:moveTo>
                  <a:lnTo>
                    <a:pt x="11514" y="6563"/>
                  </a:lnTo>
                  <a:lnTo>
                    <a:pt x="6408" y="11698"/>
                  </a:lnTo>
                  <a:lnTo>
                    <a:pt x="6408" y="8471"/>
                  </a:lnTo>
                  <a:lnTo>
                    <a:pt x="590" y="8471"/>
                  </a:lnTo>
                  <a:lnTo>
                    <a:pt x="590" y="4631"/>
                  </a:lnTo>
                  <a:lnTo>
                    <a:pt x="6408" y="4631"/>
                  </a:lnTo>
                  <a:lnTo>
                    <a:pt x="6408" y="1422"/>
                  </a:lnTo>
                  <a:close/>
                  <a:moveTo>
                    <a:pt x="5826" y="1"/>
                  </a:moveTo>
                  <a:lnTo>
                    <a:pt x="5826" y="4049"/>
                  </a:lnTo>
                  <a:lnTo>
                    <a:pt x="1" y="4049"/>
                  </a:lnTo>
                  <a:lnTo>
                    <a:pt x="1" y="9053"/>
                  </a:lnTo>
                  <a:lnTo>
                    <a:pt x="5826" y="9053"/>
                  </a:lnTo>
                  <a:lnTo>
                    <a:pt x="5826" y="13113"/>
                  </a:lnTo>
                  <a:lnTo>
                    <a:pt x="12334" y="6563"/>
                  </a:lnTo>
                  <a:lnTo>
                    <a:pt x="58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 name="Google Shape;364;p4"/>
            <p:cNvSpPr/>
            <p:nvPr/>
          </p:nvSpPr>
          <p:spPr>
            <a:xfrm>
              <a:off x="3743450" y="877425"/>
              <a:ext cx="160225" cy="182025"/>
            </a:xfrm>
            <a:custGeom>
              <a:avLst/>
              <a:gdLst/>
              <a:ahLst/>
              <a:cxnLst/>
              <a:rect l="l" t="t" r="r" b="b"/>
              <a:pathLst>
                <a:path w="6409" h="7281" extrusionOk="0">
                  <a:moveTo>
                    <a:pt x="5826" y="582"/>
                  </a:moveTo>
                  <a:lnTo>
                    <a:pt x="5826" y="3816"/>
                  </a:lnTo>
                  <a:lnTo>
                    <a:pt x="3210" y="6449"/>
                  </a:lnTo>
                  <a:lnTo>
                    <a:pt x="590" y="3769"/>
                  </a:lnTo>
                  <a:lnTo>
                    <a:pt x="590" y="582"/>
                  </a:lnTo>
                  <a:close/>
                  <a:moveTo>
                    <a:pt x="1" y="0"/>
                  </a:moveTo>
                  <a:lnTo>
                    <a:pt x="1" y="4006"/>
                  </a:lnTo>
                  <a:lnTo>
                    <a:pt x="3204" y="7281"/>
                  </a:lnTo>
                  <a:lnTo>
                    <a:pt x="6408" y="4054"/>
                  </a:lnTo>
                  <a:lnTo>
                    <a:pt x="64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 name="Google Shape;365;p4"/>
            <p:cNvSpPr/>
            <p:nvPr/>
          </p:nvSpPr>
          <p:spPr>
            <a:xfrm>
              <a:off x="3743450" y="599675"/>
              <a:ext cx="160225" cy="181775"/>
            </a:xfrm>
            <a:custGeom>
              <a:avLst/>
              <a:gdLst/>
              <a:ahLst/>
              <a:cxnLst/>
              <a:rect l="l" t="t" r="r" b="b"/>
              <a:pathLst>
                <a:path w="6409" h="7271" extrusionOk="0">
                  <a:moveTo>
                    <a:pt x="3210" y="834"/>
                  </a:moveTo>
                  <a:lnTo>
                    <a:pt x="5826" y="3473"/>
                  </a:lnTo>
                  <a:lnTo>
                    <a:pt x="5826" y="6688"/>
                  </a:lnTo>
                  <a:lnTo>
                    <a:pt x="590" y="6688"/>
                  </a:lnTo>
                  <a:lnTo>
                    <a:pt x="590" y="3514"/>
                  </a:lnTo>
                  <a:lnTo>
                    <a:pt x="3210" y="834"/>
                  </a:lnTo>
                  <a:close/>
                  <a:moveTo>
                    <a:pt x="3204" y="1"/>
                  </a:moveTo>
                  <a:lnTo>
                    <a:pt x="1" y="3276"/>
                  </a:lnTo>
                  <a:lnTo>
                    <a:pt x="1" y="7270"/>
                  </a:lnTo>
                  <a:lnTo>
                    <a:pt x="6408" y="7270"/>
                  </a:lnTo>
                  <a:lnTo>
                    <a:pt x="6408" y="3229"/>
                  </a:lnTo>
                  <a:lnTo>
                    <a:pt x="32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 name="Google Shape;366;p4"/>
            <p:cNvSpPr/>
            <p:nvPr/>
          </p:nvSpPr>
          <p:spPr>
            <a:xfrm>
              <a:off x="3040025" y="665525"/>
              <a:ext cx="308350" cy="328100"/>
            </a:xfrm>
            <a:custGeom>
              <a:avLst/>
              <a:gdLst/>
              <a:ahLst/>
              <a:cxnLst/>
              <a:rect l="l" t="t" r="r" b="b"/>
              <a:pathLst>
                <a:path w="12334" h="13124" extrusionOk="0">
                  <a:moveTo>
                    <a:pt x="5933" y="1415"/>
                  </a:moveTo>
                  <a:lnTo>
                    <a:pt x="5933" y="4636"/>
                  </a:lnTo>
                  <a:lnTo>
                    <a:pt x="11752" y="4636"/>
                  </a:lnTo>
                  <a:lnTo>
                    <a:pt x="11752" y="8476"/>
                  </a:lnTo>
                  <a:lnTo>
                    <a:pt x="5933" y="8476"/>
                  </a:lnTo>
                  <a:lnTo>
                    <a:pt x="5933" y="11710"/>
                  </a:lnTo>
                  <a:lnTo>
                    <a:pt x="826" y="6556"/>
                  </a:lnTo>
                  <a:lnTo>
                    <a:pt x="5933" y="1415"/>
                  </a:lnTo>
                  <a:close/>
                  <a:moveTo>
                    <a:pt x="6521" y="0"/>
                  </a:moveTo>
                  <a:lnTo>
                    <a:pt x="0" y="6556"/>
                  </a:lnTo>
                  <a:lnTo>
                    <a:pt x="6521" y="13124"/>
                  </a:lnTo>
                  <a:lnTo>
                    <a:pt x="6521" y="9058"/>
                  </a:lnTo>
                  <a:lnTo>
                    <a:pt x="12334" y="9058"/>
                  </a:lnTo>
                  <a:lnTo>
                    <a:pt x="12334" y="4054"/>
                  </a:lnTo>
                  <a:lnTo>
                    <a:pt x="6521" y="4054"/>
                  </a:lnTo>
                  <a:lnTo>
                    <a:pt x="65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 name="Google Shape;367;p4"/>
            <p:cNvSpPr/>
            <p:nvPr/>
          </p:nvSpPr>
          <p:spPr>
            <a:xfrm>
              <a:off x="3188350" y="877425"/>
              <a:ext cx="160025" cy="182025"/>
            </a:xfrm>
            <a:custGeom>
              <a:avLst/>
              <a:gdLst/>
              <a:ahLst/>
              <a:cxnLst/>
              <a:rect l="l" t="t" r="r" b="b"/>
              <a:pathLst>
                <a:path w="6401" h="7281" extrusionOk="0">
                  <a:moveTo>
                    <a:pt x="5819" y="582"/>
                  </a:moveTo>
                  <a:lnTo>
                    <a:pt x="5819" y="3769"/>
                  </a:lnTo>
                  <a:lnTo>
                    <a:pt x="3197" y="6449"/>
                  </a:lnTo>
                  <a:lnTo>
                    <a:pt x="588" y="3822"/>
                  </a:lnTo>
                  <a:lnTo>
                    <a:pt x="588" y="582"/>
                  </a:lnTo>
                  <a:close/>
                  <a:moveTo>
                    <a:pt x="0" y="0"/>
                  </a:moveTo>
                  <a:lnTo>
                    <a:pt x="0" y="4060"/>
                  </a:lnTo>
                  <a:lnTo>
                    <a:pt x="3197" y="7281"/>
                  </a:lnTo>
                  <a:lnTo>
                    <a:pt x="6401" y="4006"/>
                  </a:lnTo>
                  <a:lnTo>
                    <a:pt x="64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4"/>
            <p:cNvSpPr/>
            <p:nvPr/>
          </p:nvSpPr>
          <p:spPr>
            <a:xfrm>
              <a:off x="3188350" y="599675"/>
              <a:ext cx="160025" cy="181775"/>
            </a:xfrm>
            <a:custGeom>
              <a:avLst/>
              <a:gdLst/>
              <a:ahLst/>
              <a:cxnLst/>
              <a:rect l="l" t="t" r="r" b="b"/>
              <a:pathLst>
                <a:path w="6401" h="7271" extrusionOk="0">
                  <a:moveTo>
                    <a:pt x="3197" y="834"/>
                  </a:moveTo>
                  <a:lnTo>
                    <a:pt x="5819" y="3514"/>
                  </a:lnTo>
                  <a:lnTo>
                    <a:pt x="5819" y="6688"/>
                  </a:lnTo>
                  <a:lnTo>
                    <a:pt x="588" y="6688"/>
                  </a:lnTo>
                  <a:lnTo>
                    <a:pt x="588" y="3460"/>
                  </a:lnTo>
                  <a:lnTo>
                    <a:pt x="3197" y="834"/>
                  </a:lnTo>
                  <a:close/>
                  <a:moveTo>
                    <a:pt x="3197" y="1"/>
                  </a:moveTo>
                  <a:lnTo>
                    <a:pt x="0" y="3223"/>
                  </a:lnTo>
                  <a:lnTo>
                    <a:pt x="0" y="7270"/>
                  </a:lnTo>
                  <a:lnTo>
                    <a:pt x="6401" y="7270"/>
                  </a:lnTo>
                  <a:lnTo>
                    <a:pt x="6401" y="3276"/>
                  </a:lnTo>
                  <a:lnTo>
                    <a:pt x="31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 name="Google Shape;369;p4"/>
            <p:cNvSpPr/>
            <p:nvPr/>
          </p:nvSpPr>
          <p:spPr>
            <a:xfrm>
              <a:off x="3381800" y="1027200"/>
              <a:ext cx="328275" cy="308350"/>
            </a:xfrm>
            <a:custGeom>
              <a:avLst/>
              <a:gdLst/>
              <a:ahLst/>
              <a:cxnLst/>
              <a:rect l="l" t="t" r="r" b="b"/>
              <a:pathLst>
                <a:path w="13131" h="12334" extrusionOk="0">
                  <a:moveTo>
                    <a:pt x="8488" y="582"/>
                  </a:moveTo>
                  <a:lnTo>
                    <a:pt x="8488" y="6395"/>
                  </a:lnTo>
                  <a:lnTo>
                    <a:pt x="11709" y="6395"/>
                  </a:lnTo>
                  <a:lnTo>
                    <a:pt x="6563" y="11508"/>
                  </a:lnTo>
                  <a:lnTo>
                    <a:pt x="1420" y="6395"/>
                  </a:lnTo>
                  <a:lnTo>
                    <a:pt x="4654" y="6395"/>
                  </a:lnTo>
                  <a:lnTo>
                    <a:pt x="4654" y="582"/>
                  </a:lnTo>
                  <a:close/>
                  <a:moveTo>
                    <a:pt x="4066" y="0"/>
                  </a:moveTo>
                  <a:lnTo>
                    <a:pt x="4066" y="5813"/>
                  </a:lnTo>
                  <a:lnTo>
                    <a:pt x="1" y="5813"/>
                  </a:lnTo>
                  <a:lnTo>
                    <a:pt x="6563" y="12334"/>
                  </a:lnTo>
                  <a:lnTo>
                    <a:pt x="13130" y="5813"/>
                  </a:lnTo>
                  <a:lnTo>
                    <a:pt x="9076" y="5813"/>
                  </a:lnTo>
                  <a:lnTo>
                    <a:pt x="90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 name="Google Shape;370;p4"/>
            <p:cNvSpPr/>
            <p:nvPr/>
          </p:nvSpPr>
          <p:spPr>
            <a:xfrm>
              <a:off x="3316125" y="1027200"/>
              <a:ext cx="182025" cy="159900"/>
            </a:xfrm>
            <a:custGeom>
              <a:avLst/>
              <a:gdLst/>
              <a:ahLst/>
              <a:cxnLst/>
              <a:rect l="l" t="t" r="r" b="b"/>
              <a:pathLst>
                <a:path w="7281" h="6396" extrusionOk="0">
                  <a:moveTo>
                    <a:pt x="6693" y="582"/>
                  </a:moveTo>
                  <a:lnTo>
                    <a:pt x="6693" y="5813"/>
                  </a:lnTo>
                  <a:lnTo>
                    <a:pt x="3459" y="5813"/>
                  </a:lnTo>
                  <a:lnTo>
                    <a:pt x="832" y="3204"/>
                  </a:lnTo>
                  <a:lnTo>
                    <a:pt x="3512" y="582"/>
                  </a:lnTo>
                  <a:close/>
                  <a:moveTo>
                    <a:pt x="3275" y="0"/>
                  </a:moveTo>
                  <a:lnTo>
                    <a:pt x="0" y="3199"/>
                  </a:lnTo>
                  <a:lnTo>
                    <a:pt x="3215" y="6395"/>
                  </a:lnTo>
                  <a:lnTo>
                    <a:pt x="7281" y="6395"/>
                  </a:lnTo>
                  <a:lnTo>
                    <a:pt x="72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4"/>
            <p:cNvSpPr/>
            <p:nvPr/>
          </p:nvSpPr>
          <p:spPr>
            <a:xfrm>
              <a:off x="3594000" y="1027200"/>
              <a:ext cx="181900" cy="159900"/>
            </a:xfrm>
            <a:custGeom>
              <a:avLst/>
              <a:gdLst/>
              <a:ahLst/>
              <a:cxnLst/>
              <a:rect l="l" t="t" r="r" b="b"/>
              <a:pathLst>
                <a:path w="7276" h="6396" extrusionOk="0">
                  <a:moveTo>
                    <a:pt x="3762" y="582"/>
                  </a:moveTo>
                  <a:lnTo>
                    <a:pt x="6442" y="3204"/>
                  </a:lnTo>
                  <a:lnTo>
                    <a:pt x="3816" y="5813"/>
                  </a:lnTo>
                  <a:lnTo>
                    <a:pt x="588" y="5813"/>
                  </a:lnTo>
                  <a:lnTo>
                    <a:pt x="588" y="582"/>
                  </a:lnTo>
                  <a:close/>
                  <a:moveTo>
                    <a:pt x="0" y="0"/>
                  </a:moveTo>
                  <a:lnTo>
                    <a:pt x="0" y="6395"/>
                  </a:lnTo>
                  <a:lnTo>
                    <a:pt x="4053" y="6395"/>
                  </a:lnTo>
                  <a:lnTo>
                    <a:pt x="7275" y="3199"/>
                  </a:lnTo>
                  <a:lnTo>
                    <a:pt x="40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72" name="Google Shape;372;p4"/>
          <p:cNvGrpSpPr/>
          <p:nvPr/>
        </p:nvGrpSpPr>
        <p:grpSpPr>
          <a:xfrm>
            <a:off x="11182318" y="-4425516"/>
            <a:ext cx="802263" cy="5916493"/>
            <a:chOff x="7905800" y="2474325"/>
            <a:chExt cx="177450" cy="1308650"/>
          </a:xfrm>
        </p:grpSpPr>
        <p:sp>
          <p:nvSpPr>
            <p:cNvPr id="373" name="Google Shape;373;p4"/>
            <p:cNvSpPr/>
            <p:nvPr/>
          </p:nvSpPr>
          <p:spPr>
            <a:xfrm>
              <a:off x="7905800" y="3605550"/>
              <a:ext cx="177450" cy="177425"/>
            </a:xfrm>
            <a:custGeom>
              <a:avLst/>
              <a:gdLst/>
              <a:ahLst/>
              <a:cxnLst/>
              <a:rect l="l" t="t" r="r" b="b"/>
              <a:pathLst>
                <a:path w="7098" h="7097" extrusionOk="0">
                  <a:moveTo>
                    <a:pt x="3548" y="672"/>
                  </a:moveTo>
                  <a:lnTo>
                    <a:pt x="4398" y="1515"/>
                  </a:lnTo>
                  <a:lnTo>
                    <a:pt x="5588" y="1515"/>
                  </a:lnTo>
                  <a:lnTo>
                    <a:pt x="5588" y="2699"/>
                  </a:lnTo>
                  <a:lnTo>
                    <a:pt x="6425" y="3548"/>
                  </a:lnTo>
                  <a:lnTo>
                    <a:pt x="5588" y="4398"/>
                  </a:lnTo>
                  <a:lnTo>
                    <a:pt x="5588" y="5580"/>
                  </a:lnTo>
                  <a:lnTo>
                    <a:pt x="4398" y="5580"/>
                  </a:lnTo>
                  <a:lnTo>
                    <a:pt x="3548" y="6425"/>
                  </a:lnTo>
                  <a:lnTo>
                    <a:pt x="2699" y="5580"/>
                  </a:lnTo>
                  <a:lnTo>
                    <a:pt x="1515" y="5580"/>
                  </a:lnTo>
                  <a:lnTo>
                    <a:pt x="1515" y="4398"/>
                  </a:lnTo>
                  <a:lnTo>
                    <a:pt x="672" y="3548"/>
                  </a:lnTo>
                  <a:lnTo>
                    <a:pt x="1515" y="2699"/>
                  </a:lnTo>
                  <a:lnTo>
                    <a:pt x="1515" y="1515"/>
                  </a:lnTo>
                  <a:lnTo>
                    <a:pt x="2699" y="1515"/>
                  </a:lnTo>
                  <a:lnTo>
                    <a:pt x="3548" y="672"/>
                  </a:lnTo>
                  <a:close/>
                  <a:moveTo>
                    <a:pt x="3548" y="0"/>
                  </a:moveTo>
                  <a:lnTo>
                    <a:pt x="2508" y="1040"/>
                  </a:lnTo>
                  <a:lnTo>
                    <a:pt x="1040" y="1040"/>
                  </a:lnTo>
                  <a:lnTo>
                    <a:pt x="1040" y="2508"/>
                  </a:lnTo>
                  <a:lnTo>
                    <a:pt x="0" y="3548"/>
                  </a:lnTo>
                  <a:lnTo>
                    <a:pt x="1040" y="4589"/>
                  </a:lnTo>
                  <a:lnTo>
                    <a:pt x="1040" y="6057"/>
                  </a:lnTo>
                  <a:lnTo>
                    <a:pt x="2508" y="6057"/>
                  </a:lnTo>
                  <a:lnTo>
                    <a:pt x="3548" y="7097"/>
                  </a:lnTo>
                  <a:lnTo>
                    <a:pt x="4589" y="6057"/>
                  </a:lnTo>
                  <a:lnTo>
                    <a:pt x="6057" y="6057"/>
                  </a:lnTo>
                  <a:lnTo>
                    <a:pt x="6057" y="4589"/>
                  </a:lnTo>
                  <a:lnTo>
                    <a:pt x="7097" y="3548"/>
                  </a:lnTo>
                  <a:lnTo>
                    <a:pt x="6057" y="2508"/>
                  </a:lnTo>
                  <a:lnTo>
                    <a:pt x="6057" y="1040"/>
                  </a:lnTo>
                  <a:lnTo>
                    <a:pt x="4589" y="1040"/>
                  </a:lnTo>
                  <a:lnTo>
                    <a:pt x="35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4"/>
            <p:cNvSpPr/>
            <p:nvPr/>
          </p:nvSpPr>
          <p:spPr>
            <a:xfrm>
              <a:off x="7992700" y="2474325"/>
              <a:ext cx="3775" cy="1138650"/>
            </a:xfrm>
            <a:custGeom>
              <a:avLst/>
              <a:gdLst/>
              <a:ahLst/>
              <a:cxnLst/>
              <a:rect l="l" t="t" r="r" b="b"/>
              <a:pathLst>
                <a:path w="151" h="45546" extrusionOk="0">
                  <a:moveTo>
                    <a:pt x="1" y="0"/>
                  </a:moveTo>
                  <a:lnTo>
                    <a:pt x="1" y="45546"/>
                  </a:lnTo>
                  <a:lnTo>
                    <a:pt x="151" y="45546"/>
                  </a:lnTo>
                  <a:lnTo>
                    <a:pt x="1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75" name="Google Shape;375;p4"/>
          <p:cNvGrpSpPr/>
          <p:nvPr/>
        </p:nvGrpSpPr>
        <p:grpSpPr>
          <a:xfrm>
            <a:off x="10234874" y="-2092846"/>
            <a:ext cx="630327" cy="3154295"/>
            <a:chOff x="6715575" y="2474325"/>
            <a:chExt cx="177450" cy="888000"/>
          </a:xfrm>
        </p:grpSpPr>
        <p:sp>
          <p:nvSpPr>
            <p:cNvPr id="376" name="Google Shape;376;p4"/>
            <p:cNvSpPr/>
            <p:nvPr/>
          </p:nvSpPr>
          <p:spPr>
            <a:xfrm>
              <a:off x="6715575" y="3184875"/>
              <a:ext cx="177450" cy="177450"/>
            </a:xfrm>
            <a:custGeom>
              <a:avLst/>
              <a:gdLst/>
              <a:ahLst/>
              <a:cxnLst/>
              <a:rect l="l" t="t" r="r" b="b"/>
              <a:pathLst>
                <a:path w="7098" h="7098" extrusionOk="0">
                  <a:moveTo>
                    <a:pt x="3549" y="672"/>
                  </a:moveTo>
                  <a:lnTo>
                    <a:pt x="4399" y="1517"/>
                  </a:lnTo>
                  <a:lnTo>
                    <a:pt x="5581" y="1517"/>
                  </a:lnTo>
                  <a:lnTo>
                    <a:pt x="5581" y="2699"/>
                  </a:lnTo>
                  <a:lnTo>
                    <a:pt x="6426" y="3550"/>
                  </a:lnTo>
                  <a:lnTo>
                    <a:pt x="5581" y="4398"/>
                  </a:lnTo>
                  <a:lnTo>
                    <a:pt x="5581" y="5588"/>
                  </a:lnTo>
                  <a:lnTo>
                    <a:pt x="4399" y="5588"/>
                  </a:lnTo>
                  <a:lnTo>
                    <a:pt x="3549" y="6431"/>
                  </a:lnTo>
                  <a:lnTo>
                    <a:pt x="2700" y="5588"/>
                  </a:lnTo>
                  <a:lnTo>
                    <a:pt x="1516" y="5588"/>
                  </a:lnTo>
                  <a:lnTo>
                    <a:pt x="1516" y="4398"/>
                  </a:lnTo>
                  <a:lnTo>
                    <a:pt x="673" y="3550"/>
                  </a:lnTo>
                  <a:lnTo>
                    <a:pt x="1516" y="2699"/>
                  </a:lnTo>
                  <a:lnTo>
                    <a:pt x="1516" y="1517"/>
                  </a:lnTo>
                  <a:lnTo>
                    <a:pt x="2700" y="1517"/>
                  </a:lnTo>
                  <a:lnTo>
                    <a:pt x="3549" y="672"/>
                  </a:lnTo>
                  <a:close/>
                  <a:moveTo>
                    <a:pt x="3549" y="0"/>
                  </a:moveTo>
                  <a:lnTo>
                    <a:pt x="2509" y="1040"/>
                  </a:lnTo>
                  <a:lnTo>
                    <a:pt x="1041" y="1040"/>
                  </a:lnTo>
                  <a:lnTo>
                    <a:pt x="1041" y="2508"/>
                  </a:lnTo>
                  <a:lnTo>
                    <a:pt x="1" y="3550"/>
                  </a:lnTo>
                  <a:lnTo>
                    <a:pt x="1041" y="4589"/>
                  </a:lnTo>
                  <a:lnTo>
                    <a:pt x="1041" y="6057"/>
                  </a:lnTo>
                  <a:lnTo>
                    <a:pt x="2509" y="6057"/>
                  </a:lnTo>
                  <a:lnTo>
                    <a:pt x="3549" y="7097"/>
                  </a:lnTo>
                  <a:lnTo>
                    <a:pt x="4590" y="6057"/>
                  </a:lnTo>
                  <a:lnTo>
                    <a:pt x="6058" y="6057"/>
                  </a:lnTo>
                  <a:lnTo>
                    <a:pt x="6058" y="4589"/>
                  </a:lnTo>
                  <a:lnTo>
                    <a:pt x="7098" y="3550"/>
                  </a:lnTo>
                  <a:lnTo>
                    <a:pt x="6058" y="2508"/>
                  </a:lnTo>
                  <a:lnTo>
                    <a:pt x="6058" y="1040"/>
                  </a:lnTo>
                  <a:lnTo>
                    <a:pt x="4590" y="1040"/>
                  </a:lnTo>
                  <a:lnTo>
                    <a:pt x="35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4"/>
            <p:cNvSpPr/>
            <p:nvPr/>
          </p:nvSpPr>
          <p:spPr>
            <a:xfrm>
              <a:off x="6802500" y="2474325"/>
              <a:ext cx="3575" cy="719350"/>
            </a:xfrm>
            <a:custGeom>
              <a:avLst/>
              <a:gdLst/>
              <a:ahLst/>
              <a:cxnLst/>
              <a:rect l="l" t="t" r="r" b="b"/>
              <a:pathLst>
                <a:path w="143" h="28774" extrusionOk="0">
                  <a:moveTo>
                    <a:pt x="0" y="0"/>
                  </a:moveTo>
                  <a:lnTo>
                    <a:pt x="0" y="28773"/>
                  </a:lnTo>
                  <a:lnTo>
                    <a:pt x="143" y="28773"/>
                  </a:lnTo>
                  <a:lnTo>
                    <a:pt x="1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78" name="Google Shape;378;p4"/>
          <p:cNvGrpSpPr/>
          <p:nvPr/>
        </p:nvGrpSpPr>
        <p:grpSpPr>
          <a:xfrm>
            <a:off x="10729897" y="5635957"/>
            <a:ext cx="1017272" cy="1017427"/>
            <a:chOff x="940300" y="793900"/>
            <a:chExt cx="1313400" cy="1313600"/>
          </a:xfrm>
        </p:grpSpPr>
        <p:sp>
          <p:nvSpPr>
            <p:cNvPr id="379" name="Google Shape;379;p4"/>
            <p:cNvSpPr/>
            <p:nvPr/>
          </p:nvSpPr>
          <p:spPr>
            <a:xfrm>
              <a:off x="1381450" y="1392600"/>
              <a:ext cx="164375" cy="116350"/>
            </a:xfrm>
            <a:custGeom>
              <a:avLst/>
              <a:gdLst/>
              <a:ahLst/>
              <a:cxnLst/>
              <a:rect l="l" t="t" r="r" b="b"/>
              <a:pathLst>
                <a:path w="6575" h="4654" extrusionOk="0">
                  <a:moveTo>
                    <a:pt x="1" y="0"/>
                  </a:moveTo>
                  <a:lnTo>
                    <a:pt x="1" y="4653"/>
                  </a:lnTo>
                  <a:lnTo>
                    <a:pt x="4489" y="4653"/>
                  </a:lnTo>
                  <a:lnTo>
                    <a:pt x="6574" y="2324"/>
                  </a:lnTo>
                  <a:lnTo>
                    <a:pt x="4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 name="Google Shape;380;p4"/>
            <p:cNvSpPr/>
            <p:nvPr/>
          </p:nvSpPr>
          <p:spPr>
            <a:xfrm>
              <a:off x="1371375" y="1382650"/>
              <a:ext cx="187950" cy="136250"/>
            </a:xfrm>
            <a:custGeom>
              <a:avLst/>
              <a:gdLst/>
              <a:ahLst/>
              <a:cxnLst/>
              <a:rect l="l" t="t" r="r" b="b"/>
              <a:pathLst>
                <a:path w="7518" h="5450" extrusionOk="0">
                  <a:moveTo>
                    <a:pt x="4713" y="796"/>
                  </a:moveTo>
                  <a:lnTo>
                    <a:pt x="6442" y="2722"/>
                  </a:lnTo>
                  <a:lnTo>
                    <a:pt x="4713" y="4647"/>
                  </a:lnTo>
                  <a:lnTo>
                    <a:pt x="802" y="4647"/>
                  </a:lnTo>
                  <a:lnTo>
                    <a:pt x="802" y="796"/>
                  </a:lnTo>
                  <a:close/>
                  <a:moveTo>
                    <a:pt x="0" y="0"/>
                  </a:moveTo>
                  <a:lnTo>
                    <a:pt x="0" y="5449"/>
                  </a:lnTo>
                  <a:lnTo>
                    <a:pt x="5070" y="5449"/>
                  </a:lnTo>
                  <a:lnTo>
                    <a:pt x="7518" y="2722"/>
                  </a:lnTo>
                  <a:lnTo>
                    <a:pt x="50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 name="Google Shape;381;p4"/>
            <p:cNvSpPr/>
            <p:nvPr/>
          </p:nvSpPr>
          <p:spPr>
            <a:xfrm>
              <a:off x="1538800" y="1501925"/>
              <a:ext cx="116400" cy="164400"/>
            </a:xfrm>
            <a:custGeom>
              <a:avLst/>
              <a:gdLst/>
              <a:ahLst/>
              <a:cxnLst/>
              <a:rect l="l" t="t" r="r" b="b"/>
              <a:pathLst>
                <a:path w="4656" h="6576" extrusionOk="0">
                  <a:moveTo>
                    <a:pt x="2326" y="1"/>
                  </a:moveTo>
                  <a:lnTo>
                    <a:pt x="1" y="2087"/>
                  </a:lnTo>
                  <a:lnTo>
                    <a:pt x="1" y="6575"/>
                  </a:lnTo>
                  <a:lnTo>
                    <a:pt x="4655" y="6575"/>
                  </a:lnTo>
                  <a:lnTo>
                    <a:pt x="4655" y="2087"/>
                  </a:lnTo>
                  <a:lnTo>
                    <a:pt x="2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4"/>
            <p:cNvSpPr/>
            <p:nvPr/>
          </p:nvSpPr>
          <p:spPr>
            <a:xfrm>
              <a:off x="1528850" y="1488400"/>
              <a:ext cx="136300" cy="188000"/>
            </a:xfrm>
            <a:custGeom>
              <a:avLst/>
              <a:gdLst/>
              <a:ahLst/>
              <a:cxnLst/>
              <a:rect l="l" t="t" r="r" b="b"/>
              <a:pathLst>
                <a:path w="5452" h="7520" extrusionOk="0">
                  <a:moveTo>
                    <a:pt x="2724" y="1076"/>
                  </a:moveTo>
                  <a:lnTo>
                    <a:pt x="4649" y="2807"/>
                  </a:lnTo>
                  <a:lnTo>
                    <a:pt x="4649" y="6718"/>
                  </a:lnTo>
                  <a:lnTo>
                    <a:pt x="804" y="6718"/>
                  </a:lnTo>
                  <a:lnTo>
                    <a:pt x="804" y="2807"/>
                  </a:lnTo>
                  <a:lnTo>
                    <a:pt x="2724" y="1076"/>
                  </a:lnTo>
                  <a:close/>
                  <a:moveTo>
                    <a:pt x="2724" y="1"/>
                  </a:moveTo>
                  <a:lnTo>
                    <a:pt x="1" y="2450"/>
                  </a:lnTo>
                  <a:lnTo>
                    <a:pt x="1" y="7520"/>
                  </a:lnTo>
                  <a:lnTo>
                    <a:pt x="5451" y="7520"/>
                  </a:lnTo>
                  <a:lnTo>
                    <a:pt x="5451" y="2450"/>
                  </a:lnTo>
                  <a:lnTo>
                    <a:pt x="27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3" name="Google Shape;383;p4"/>
            <p:cNvSpPr/>
            <p:nvPr/>
          </p:nvSpPr>
          <p:spPr>
            <a:xfrm>
              <a:off x="954400" y="808175"/>
              <a:ext cx="1285175" cy="1285200"/>
            </a:xfrm>
            <a:custGeom>
              <a:avLst/>
              <a:gdLst/>
              <a:ahLst/>
              <a:cxnLst/>
              <a:rect l="l" t="t" r="r" b="b"/>
              <a:pathLst>
                <a:path w="51407" h="51408" extrusionOk="0">
                  <a:moveTo>
                    <a:pt x="25702" y="4856"/>
                  </a:moveTo>
                  <a:lnTo>
                    <a:pt x="31853" y="10961"/>
                  </a:lnTo>
                  <a:lnTo>
                    <a:pt x="40441" y="10961"/>
                  </a:lnTo>
                  <a:lnTo>
                    <a:pt x="40441" y="19561"/>
                  </a:lnTo>
                  <a:lnTo>
                    <a:pt x="46551" y="25712"/>
                  </a:lnTo>
                  <a:lnTo>
                    <a:pt x="40441" y="31859"/>
                  </a:lnTo>
                  <a:lnTo>
                    <a:pt x="40441" y="40440"/>
                  </a:lnTo>
                  <a:lnTo>
                    <a:pt x="31858" y="40440"/>
                  </a:lnTo>
                  <a:lnTo>
                    <a:pt x="25695" y="46557"/>
                  </a:lnTo>
                  <a:lnTo>
                    <a:pt x="19538" y="40440"/>
                  </a:lnTo>
                  <a:lnTo>
                    <a:pt x="10966" y="40440"/>
                  </a:lnTo>
                  <a:lnTo>
                    <a:pt x="10966" y="31865"/>
                  </a:lnTo>
                  <a:lnTo>
                    <a:pt x="4851" y="25701"/>
                  </a:lnTo>
                  <a:lnTo>
                    <a:pt x="10966" y="19548"/>
                  </a:lnTo>
                  <a:lnTo>
                    <a:pt x="10966" y="10961"/>
                  </a:lnTo>
                  <a:lnTo>
                    <a:pt x="19549" y="10961"/>
                  </a:lnTo>
                  <a:lnTo>
                    <a:pt x="25702" y="4856"/>
                  </a:lnTo>
                  <a:close/>
                  <a:moveTo>
                    <a:pt x="25702" y="0"/>
                  </a:moveTo>
                  <a:lnTo>
                    <a:pt x="18177" y="7525"/>
                  </a:lnTo>
                  <a:lnTo>
                    <a:pt x="7531" y="7525"/>
                  </a:lnTo>
                  <a:lnTo>
                    <a:pt x="7531" y="18176"/>
                  </a:lnTo>
                  <a:lnTo>
                    <a:pt x="1" y="25701"/>
                  </a:lnTo>
                  <a:lnTo>
                    <a:pt x="7531" y="33231"/>
                  </a:lnTo>
                  <a:lnTo>
                    <a:pt x="7531" y="43877"/>
                  </a:lnTo>
                  <a:lnTo>
                    <a:pt x="18177" y="43877"/>
                  </a:lnTo>
                  <a:lnTo>
                    <a:pt x="25702" y="51407"/>
                  </a:lnTo>
                  <a:lnTo>
                    <a:pt x="33232" y="43877"/>
                  </a:lnTo>
                  <a:lnTo>
                    <a:pt x="43876" y="43877"/>
                  </a:lnTo>
                  <a:lnTo>
                    <a:pt x="43876" y="33231"/>
                  </a:lnTo>
                  <a:lnTo>
                    <a:pt x="51407" y="25701"/>
                  </a:lnTo>
                  <a:lnTo>
                    <a:pt x="43876" y="18176"/>
                  </a:lnTo>
                  <a:lnTo>
                    <a:pt x="43876" y="7525"/>
                  </a:lnTo>
                  <a:lnTo>
                    <a:pt x="33232" y="7525"/>
                  </a:lnTo>
                  <a:lnTo>
                    <a:pt x="25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4" name="Google Shape;384;p4"/>
            <p:cNvSpPr/>
            <p:nvPr/>
          </p:nvSpPr>
          <p:spPr>
            <a:xfrm>
              <a:off x="940300" y="793900"/>
              <a:ext cx="1313400" cy="1313600"/>
            </a:xfrm>
            <a:custGeom>
              <a:avLst/>
              <a:gdLst/>
              <a:ahLst/>
              <a:cxnLst/>
              <a:rect l="l" t="t" r="r" b="b"/>
              <a:pathLst>
                <a:path w="52536" h="52544" extrusionOk="0">
                  <a:moveTo>
                    <a:pt x="26266" y="5992"/>
                  </a:moveTo>
                  <a:lnTo>
                    <a:pt x="32250" y="11936"/>
                  </a:lnTo>
                  <a:lnTo>
                    <a:pt x="40607" y="11936"/>
                  </a:lnTo>
                  <a:lnTo>
                    <a:pt x="40607" y="20292"/>
                  </a:lnTo>
                  <a:lnTo>
                    <a:pt x="46550" y="26283"/>
                  </a:lnTo>
                  <a:lnTo>
                    <a:pt x="40607" y="32263"/>
                  </a:lnTo>
                  <a:lnTo>
                    <a:pt x="40607" y="40613"/>
                  </a:lnTo>
                  <a:lnTo>
                    <a:pt x="32257" y="40613"/>
                  </a:lnTo>
                  <a:lnTo>
                    <a:pt x="26259" y="46563"/>
                  </a:lnTo>
                  <a:lnTo>
                    <a:pt x="20267" y="40613"/>
                  </a:lnTo>
                  <a:lnTo>
                    <a:pt x="11930" y="40613"/>
                  </a:lnTo>
                  <a:lnTo>
                    <a:pt x="11930" y="32269"/>
                  </a:lnTo>
                  <a:lnTo>
                    <a:pt x="5980" y="26272"/>
                  </a:lnTo>
                  <a:lnTo>
                    <a:pt x="11930" y="20286"/>
                  </a:lnTo>
                  <a:lnTo>
                    <a:pt x="11930" y="11936"/>
                  </a:lnTo>
                  <a:lnTo>
                    <a:pt x="20280" y="11936"/>
                  </a:lnTo>
                  <a:lnTo>
                    <a:pt x="26266" y="5992"/>
                  </a:lnTo>
                  <a:close/>
                  <a:moveTo>
                    <a:pt x="26266" y="4863"/>
                  </a:moveTo>
                  <a:lnTo>
                    <a:pt x="19954" y="11133"/>
                  </a:lnTo>
                  <a:lnTo>
                    <a:pt x="11127" y="11133"/>
                  </a:lnTo>
                  <a:lnTo>
                    <a:pt x="11127" y="19954"/>
                  </a:lnTo>
                  <a:lnTo>
                    <a:pt x="4850" y="26272"/>
                  </a:lnTo>
                  <a:lnTo>
                    <a:pt x="11127" y="32601"/>
                  </a:lnTo>
                  <a:lnTo>
                    <a:pt x="11127" y="41417"/>
                  </a:lnTo>
                  <a:lnTo>
                    <a:pt x="19935" y="41417"/>
                  </a:lnTo>
                  <a:lnTo>
                    <a:pt x="26259" y="47693"/>
                  </a:lnTo>
                  <a:lnTo>
                    <a:pt x="32589" y="41417"/>
                  </a:lnTo>
                  <a:lnTo>
                    <a:pt x="41409" y="41417"/>
                  </a:lnTo>
                  <a:lnTo>
                    <a:pt x="41409" y="32595"/>
                  </a:lnTo>
                  <a:lnTo>
                    <a:pt x="47680" y="26283"/>
                  </a:lnTo>
                  <a:lnTo>
                    <a:pt x="41409" y="19965"/>
                  </a:lnTo>
                  <a:lnTo>
                    <a:pt x="41409" y="11133"/>
                  </a:lnTo>
                  <a:lnTo>
                    <a:pt x="32578" y="11133"/>
                  </a:lnTo>
                  <a:lnTo>
                    <a:pt x="26266" y="4863"/>
                  </a:lnTo>
                  <a:close/>
                  <a:moveTo>
                    <a:pt x="26266" y="1136"/>
                  </a:moveTo>
                  <a:lnTo>
                    <a:pt x="33629" y="8501"/>
                  </a:lnTo>
                  <a:lnTo>
                    <a:pt x="44042" y="8501"/>
                  </a:lnTo>
                  <a:lnTo>
                    <a:pt x="44042" y="18914"/>
                  </a:lnTo>
                  <a:lnTo>
                    <a:pt x="51407" y="26272"/>
                  </a:lnTo>
                  <a:lnTo>
                    <a:pt x="44042" y="33635"/>
                  </a:lnTo>
                  <a:lnTo>
                    <a:pt x="44042" y="44048"/>
                  </a:lnTo>
                  <a:lnTo>
                    <a:pt x="33629" y="44048"/>
                  </a:lnTo>
                  <a:lnTo>
                    <a:pt x="26266" y="51408"/>
                  </a:lnTo>
                  <a:lnTo>
                    <a:pt x="18906" y="44048"/>
                  </a:lnTo>
                  <a:lnTo>
                    <a:pt x="8493" y="44048"/>
                  </a:lnTo>
                  <a:lnTo>
                    <a:pt x="8493" y="33635"/>
                  </a:lnTo>
                  <a:lnTo>
                    <a:pt x="1130" y="26272"/>
                  </a:lnTo>
                  <a:lnTo>
                    <a:pt x="8493" y="18914"/>
                  </a:lnTo>
                  <a:lnTo>
                    <a:pt x="8493" y="8501"/>
                  </a:lnTo>
                  <a:lnTo>
                    <a:pt x="18906" y="8501"/>
                  </a:lnTo>
                  <a:lnTo>
                    <a:pt x="26266" y="1136"/>
                  </a:lnTo>
                  <a:close/>
                  <a:moveTo>
                    <a:pt x="26266" y="0"/>
                  </a:moveTo>
                  <a:lnTo>
                    <a:pt x="18574" y="7698"/>
                  </a:lnTo>
                  <a:lnTo>
                    <a:pt x="7692" y="7698"/>
                  </a:lnTo>
                  <a:lnTo>
                    <a:pt x="7692" y="18580"/>
                  </a:lnTo>
                  <a:lnTo>
                    <a:pt x="0" y="26272"/>
                  </a:lnTo>
                  <a:lnTo>
                    <a:pt x="7692" y="33969"/>
                  </a:lnTo>
                  <a:lnTo>
                    <a:pt x="7692" y="44851"/>
                  </a:lnTo>
                  <a:lnTo>
                    <a:pt x="18574" y="44851"/>
                  </a:lnTo>
                  <a:lnTo>
                    <a:pt x="26266" y="52543"/>
                  </a:lnTo>
                  <a:lnTo>
                    <a:pt x="33962" y="44851"/>
                  </a:lnTo>
                  <a:lnTo>
                    <a:pt x="44846" y="44851"/>
                  </a:lnTo>
                  <a:lnTo>
                    <a:pt x="44846" y="33969"/>
                  </a:lnTo>
                  <a:lnTo>
                    <a:pt x="52536" y="26272"/>
                  </a:lnTo>
                  <a:lnTo>
                    <a:pt x="44846" y="18580"/>
                  </a:lnTo>
                  <a:lnTo>
                    <a:pt x="44846" y="7698"/>
                  </a:lnTo>
                  <a:lnTo>
                    <a:pt x="33962" y="7698"/>
                  </a:lnTo>
                  <a:lnTo>
                    <a:pt x="2626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5" name="Google Shape;385;p4"/>
            <p:cNvSpPr/>
            <p:nvPr/>
          </p:nvSpPr>
          <p:spPr>
            <a:xfrm>
              <a:off x="1648175" y="1392600"/>
              <a:ext cx="164225" cy="116350"/>
            </a:xfrm>
            <a:custGeom>
              <a:avLst/>
              <a:gdLst/>
              <a:ahLst/>
              <a:cxnLst/>
              <a:rect l="l" t="t" r="r" b="b"/>
              <a:pathLst>
                <a:path w="6569" h="4654" extrusionOk="0">
                  <a:moveTo>
                    <a:pt x="2087" y="0"/>
                  </a:moveTo>
                  <a:lnTo>
                    <a:pt x="1" y="2324"/>
                  </a:lnTo>
                  <a:lnTo>
                    <a:pt x="2087" y="4653"/>
                  </a:lnTo>
                  <a:lnTo>
                    <a:pt x="6568" y="4653"/>
                  </a:lnTo>
                  <a:lnTo>
                    <a:pt x="6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6" name="Google Shape;386;p4"/>
            <p:cNvSpPr/>
            <p:nvPr/>
          </p:nvSpPr>
          <p:spPr>
            <a:xfrm>
              <a:off x="1634650" y="1382650"/>
              <a:ext cx="187675" cy="136250"/>
            </a:xfrm>
            <a:custGeom>
              <a:avLst/>
              <a:gdLst/>
              <a:ahLst/>
              <a:cxnLst/>
              <a:rect l="l" t="t" r="r" b="b"/>
              <a:pathLst>
                <a:path w="7507" h="5450" extrusionOk="0">
                  <a:moveTo>
                    <a:pt x="6711" y="796"/>
                  </a:moveTo>
                  <a:lnTo>
                    <a:pt x="6711" y="4647"/>
                  </a:lnTo>
                  <a:lnTo>
                    <a:pt x="2807" y="4647"/>
                  </a:lnTo>
                  <a:lnTo>
                    <a:pt x="1076" y="2722"/>
                  </a:lnTo>
                  <a:lnTo>
                    <a:pt x="2807" y="796"/>
                  </a:lnTo>
                  <a:close/>
                  <a:moveTo>
                    <a:pt x="2450" y="0"/>
                  </a:moveTo>
                  <a:lnTo>
                    <a:pt x="1" y="2722"/>
                  </a:lnTo>
                  <a:lnTo>
                    <a:pt x="2450" y="5449"/>
                  </a:lnTo>
                  <a:lnTo>
                    <a:pt x="7507" y="5449"/>
                  </a:lnTo>
                  <a:lnTo>
                    <a:pt x="7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7" name="Google Shape;387;p4"/>
            <p:cNvSpPr/>
            <p:nvPr/>
          </p:nvSpPr>
          <p:spPr>
            <a:xfrm>
              <a:off x="1538800" y="1235350"/>
              <a:ext cx="116400" cy="164250"/>
            </a:xfrm>
            <a:custGeom>
              <a:avLst/>
              <a:gdLst/>
              <a:ahLst/>
              <a:cxnLst/>
              <a:rect l="l" t="t" r="r" b="b"/>
              <a:pathLst>
                <a:path w="4656" h="6570" extrusionOk="0">
                  <a:moveTo>
                    <a:pt x="1" y="1"/>
                  </a:moveTo>
                  <a:lnTo>
                    <a:pt x="1" y="4483"/>
                  </a:lnTo>
                  <a:lnTo>
                    <a:pt x="2326" y="6570"/>
                  </a:lnTo>
                  <a:lnTo>
                    <a:pt x="4655" y="4483"/>
                  </a:lnTo>
                  <a:lnTo>
                    <a:pt x="4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8" name="Google Shape;388;p4"/>
            <p:cNvSpPr/>
            <p:nvPr/>
          </p:nvSpPr>
          <p:spPr>
            <a:xfrm>
              <a:off x="1528850" y="1225400"/>
              <a:ext cx="136300" cy="187725"/>
            </a:xfrm>
            <a:custGeom>
              <a:avLst/>
              <a:gdLst/>
              <a:ahLst/>
              <a:cxnLst/>
              <a:rect l="l" t="t" r="r" b="b"/>
              <a:pathLst>
                <a:path w="5452" h="7509" extrusionOk="0">
                  <a:moveTo>
                    <a:pt x="4649" y="798"/>
                  </a:moveTo>
                  <a:lnTo>
                    <a:pt x="4649" y="4702"/>
                  </a:lnTo>
                  <a:lnTo>
                    <a:pt x="2724" y="6426"/>
                  </a:lnTo>
                  <a:lnTo>
                    <a:pt x="804" y="4702"/>
                  </a:lnTo>
                  <a:lnTo>
                    <a:pt x="804" y="798"/>
                  </a:lnTo>
                  <a:close/>
                  <a:moveTo>
                    <a:pt x="1" y="1"/>
                  </a:moveTo>
                  <a:lnTo>
                    <a:pt x="1" y="5059"/>
                  </a:lnTo>
                  <a:lnTo>
                    <a:pt x="2724" y="7508"/>
                  </a:lnTo>
                  <a:lnTo>
                    <a:pt x="5451" y="5059"/>
                  </a:lnTo>
                  <a:lnTo>
                    <a:pt x="54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9" name="Google Shape;389;p4"/>
            <p:cNvSpPr/>
            <p:nvPr/>
          </p:nvSpPr>
          <p:spPr>
            <a:xfrm>
              <a:off x="1228550" y="1082200"/>
              <a:ext cx="736900" cy="737000"/>
            </a:xfrm>
            <a:custGeom>
              <a:avLst/>
              <a:gdLst/>
              <a:ahLst/>
              <a:cxnLst/>
              <a:rect l="l" t="t" r="r" b="b"/>
              <a:pathLst>
                <a:path w="29476" h="29480" extrusionOk="0">
                  <a:moveTo>
                    <a:pt x="0" y="0"/>
                  </a:moveTo>
                  <a:lnTo>
                    <a:pt x="0" y="8587"/>
                  </a:lnTo>
                  <a:lnTo>
                    <a:pt x="3050" y="5515"/>
                  </a:lnTo>
                  <a:lnTo>
                    <a:pt x="6117" y="8647"/>
                  </a:lnTo>
                  <a:lnTo>
                    <a:pt x="6117" y="12416"/>
                  </a:lnTo>
                  <a:lnTo>
                    <a:pt x="10605" y="12416"/>
                  </a:lnTo>
                  <a:lnTo>
                    <a:pt x="12690" y="14740"/>
                  </a:lnTo>
                  <a:lnTo>
                    <a:pt x="10605" y="17069"/>
                  </a:lnTo>
                  <a:lnTo>
                    <a:pt x="6117" y="17069"/>
                  </a:lnTo>
                  <a:lnTo>
                    <a:pt x="6117" y="20849"/>
                  </a:lnTo>
                  <a:lnTo>
                    <a:pt x="3050" y="23982"/>
                  </a:lnTo>
                  <a:lnTo>
                    <a:pt x="0" y="20904"/>
                  </a:lnTo>
                  <a:lnTo>
                    <a:pt x="0" y="29479"/>
                  </a:lnTo>
                  <a:lnTo>
                    <a:pt x="8572" y="29479"/>
                  </a:lnTo>
                  <a:lnTo>
                    <a:pt x="5499" y="26431"/>
                  </a:lnTo>
                  <a:lnTo>
                    <a:pt x="8630" y="23364"/>
                  </a:lnTo>
                  <a:lnTo>
                    <a:pt x="12411" y="23364"/>
                  </a:lnTo>
                  <a:lnTo>
                    <a:pt x="12411" y="18876"/>
                  </a:lnTo>
                  <a:lnTo>
                    <a:pt x="14736" y="16790"/>
                  </a:lnTo>
                  <a:lnTo>
                    <a:pt x="17065" y="18876"/>
                  </a:lnTo>
                  <a:lnTo>
                    <a:pt x="17065" y="23364"/>
                  </a:lnTo>
                  <a:lnTo>
                    <a:pt x="20834" y="23364"/>
                  </a:lnTo>
                  <a:lnTo>
                    <a:pt x="23965" y="26431"/>
                  </a:lnTo>
                  <a:lnTo>
                    <a:pt x="20892" y="29479"/>
                  </a:lnTo>
                  <a:lnTo>
                    <a:pt x="29475" y="29479"/>
                  </a:lnTo>
                  <a:lnTo>
                    <a:pt x="29475" y="20898"/>
                  </a:lnTo>
                  <a:lnTo>
                    <a:pt x="26414" y="23982"/>
                  </a:lnTo>
                  <a:lnTo>
                    <a:pt x="23353" y="20849"/>
                  </a:lnTo>
                  <a:lnTo>
                    <a:pt x="23353" y="17069"/>
                  </a:lnTo>
                  <a:lnTo>
                    <a:pt x="18872" y="17069"/>
                  </a:lnTo>
                  <a:lnTo>
                    <a:pt x="16786" y="14740"/>
                  </a:lnTo>
                  <a:lnTo>
                    <a:pt x="18872" y="12416"/>
                  </a:lnTo>
                  <a:lnTo>
                    <a:pt x="23353" y="12416"/>
                  </a:lnTo>
                  <a:lnTo>
                    <a:pt x="23353" y="8647"/>
                  </a:lnTo>
                  <a:lnTo>
                    <a:pt x="26414" y="5515"/>
                  </a:lnTo>
                  <a:lnTo>
                    <a:pt x="29475" y="8600"/>
                  </a:lnTo>
                  <a:lnTo>
                    <a:pt x="29475" y="0"/>
                  </a:lnTo>
                  <a:lnTo>
                    <a:pt x="20887" y="0"/>
                  </a:lnTo>
                  <a:lnTo>
                    <a:pt x="23965" y="3067"/>
                  </a:lnTo>
                  <a:lnTo>
                    <a:pt x="20834" y="6127"/>
                  </a:lnTo>
                  <a:lnTo>
                    <a:pt x="17065" y="6127"/>
                  </a:lnTo>
                  <a:lnTo>
                    <a:pt x="17065" y="10609"/>
                  </a:lnTo>
                  <a:lnTo>
                    <a:pt x="14736" y="12696"/>
                  </a:lnTo>
                  <a:lnTo>
                    <a:pt x="12411" y="10609"/>
                  </a:lnTo>
                  <a:lnTo>
                    <a:pt x="12411" y="6127"/>
                  </a:lnTo>
                  <a:lnTo>
                    <a:pt x="8630" y="6127"/>
                  </a:lnTo>
                  <a:lnTo>
                    <a:pt x="5499" y="3067"/>
                  </a:lnTo>
                  <a:lnTo>
                    <a:pt x="85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0" name="Google Shape;390;p4"/>
            <p:cNvSpPr/>
            <p:nvPr/>
          </p:nvSpPr>
          <p:spPr>
            <a:xfrm>
              <a:off x="1218450" y="1072200"/>
              <a:ext cx="757100" cy="757125"/>
            </a:xfrm>
            <a:custGeom>
              <a:avLst/>
              <a:gdLst/>
              <a:ahLst/>
              <a:cxnLst/>
              <a:rect l="l" t="t" r="r" b="b"/>
              <a:pathLst>
                <a:path w="30284" h="30285" extrusionOk="0">
                  <a:moveTo>
                    <a:pt x="29481" y="804"/>
                  </a:moveTo>
                  <a:lnTo>
                    <a:pt x="29481" y="8025"/>
                  </a:lnTo>
                  <a:lnTo>
                    <a:pt x="26818" y="5344"/>
                  </a:lnTo>
                  <a:lnTo>
                    <a:pt x="23359" y="8880"/>
                  </a:lnTo>
                  <a:lnTo>
                    <a:pt x="23359" y="12418"/>
                  </a:lnTo>
                  <a:lnTo>
                    <a:pt x="19098" y="12418"/>
                  </a:lnTo>
                  <a:lnTo>
                    <a:pt x="16649" y="15140"/>
                  </a:lnTo>
                  <a:lnTo>
                    <a:pt x="19098" y="17867"/>
                  </a:lnTo>
                  <a:lnTo>
                    <a:pt x="23359" y="17867"/>
                  </a:lnTo>
                  <a:lnTo>
                    <a:pt x="23359" y="21410"/>
                  </a:lnTo>
                  <a:lnTo>
                    <a:pt x="26818" y="24952"/>
                  </a:lnTo>
                  <a:lnTo>
                    <a:pt x="29481" y="22272"/>
                  </a:lnTo>
                  <a:lnTo>
                    <a:pt x="29481" y="29481"/>
                  </a:lnTo>
                  <a:lnTo>
                    <a:pt x="22265" y="29481"/>
                  </a:lnTo>
                  <a:lnTo>
                    <a:pt x="24940" y="26825"/>
                  </a:lnTo>
                  <a:lnTo>
                    <a:pt x="21403" y="23366"/>
                  </a:lnTo>
                  <a:lnTo>
                    <a:pt x="17867" y="23366"/>
                  </a:lnTo>
                  <a:lnTo>
                    <a:pt x="17867" y="19098"/>
                  </a:lnTo>
                  <a:lnTo>
                    <a:pt x="15140" y="16649"/>
                  </a:lnTo>
                  <a:lnTo>
                    <a:pt x="12417" y="19098"/>
                  </a:lnTo>
                  <a:lnTo>
                    <a:pt x="12417" y="23366"/>
                  </a:lnTo>
                  <a:lnTo>
                    <a:pt x="8875" y="23366"/>
                  </a:lnTo>
                  <a:lnTo>
                    <a:pt x="5333" y="26825"/>
                  </a:lnTo>
                  <a:lnTo>
                    <a:pt x="8007" y="29481"/>
                  </a:lnTo>
                  <a:lnTo>
                    <a:pt x="804" y="29481"/>
                  </a:lnTo>
                  <a:lnTo>
                    <a:pt x="804" y="22278"/>
                  </a:lnTo>
                  <a:lnTo>
                    <a:pt x="3460" y="24952"/>
                  </a:lnTo>
                  <a:lnTo>
                    <a:pt x="6919" y="21410"/>
                  </a:lnTo>
                  <a:lnTo>
                    <a:pt x="6919" y="17867"/>
                  </a:lnTo>
                  <a:lnTo>
                    <a:pt x="11187" y="17867"/>
                  </a:lnTo>
                  <a:lnTo>
                    <a:pt x="13635" y="15140"/>
                  </a:lnTo>
                  <a:lnTo>
                    <a:pt x="11187" y="12418"/>
                  </a:lnTo>
                  <a:lnTo>
                    <a:pt x="6919" y="12418"/>
                  </a:lnTo>
                  <a:lnTo>
                    <a:pt x="6919" y="8880"/>
                  </a:lnTo>
                  <a:lnTo>
                    <a:pt x="3460" y="5344"/>
                  </a:lnTo>
                  <a:lnTo>
                    <a:pt x="804" y="8013"/>
                  </a:lnTo>
                  <a:lnTo>
                    <a:pt x="804" y="804"/>
                  </a:lnTo>
                  <a:lnTo>
                    <a:pt x="8019" y="804"/>
                  </a:lnTo>
                  <a:lnTo>
                    <a:pt x="5333" y="3467"/>
                  </a:lnTo>
                  <a:lnTo>
                    <a:pt x="8875" y="6926"/>
                  </a:lnTo>
                  <a:lnTo>
                    <a:pt x="12417" y="6926"/>
                  </a:lnTo>
                  <a:lnTo>
                    <a:pt x="12417" y="11187"/>
                  </a:lnTo>
                  <a:lnTo>
                    <a:pt x="15140" y="13636"/>
                  </a:lnTo>
                  <a:lnTo>
                    <a:pt x="17867" y="11187"/>
                  </a:lnTo>
                  <a:lnTo>
                    <a:pt x="17867" y="6926"/>
                  </a:lnTo>
                  <a:lnTo>
                    <a:pt x="21403" y="6926"/>
                  </a:lnTo>
                  <a:lnTo>
                    <a:pt x="24940" y="3467"/>
                  </a:lnTo>
                  <a:lnTo>
                    <a:pt x="22259" y="804"/>
                  </a:lnTo>
                  <a:close/>
                  <a:moveTo>
                    <a:pt x="1" y="1"/>
                  </a:moveTo>
                  <a:lnTo>
                    <a:pt x="1" y="9957"/>
                  </a:lnTo>
                  <a:lnTo>
                    <a:pt x="3454" y="6485"/>
                  </a:lnTo>
                  <a:lnTo>
                    <a:pt x="6117" y="9208"/>
                  </a:lnTo>
                  <a:lnTo>
                    <a:pt x="6117" y="13214"/>
                  </a:lnTo>
                  <a:lnTo>
                    <a:pt x="10830" y="13214"/>
                  </a:lnTo>
                  <a:lnTo>
                    <a:pt x="12559" y="15140"/>
                  </a:lnTo>
                  <a:lnTo>
                    <a:pt x="10830" y="17065"/>
                  </a:lnTo>
                  <a:lnTo>
                    <a:pt x="6117" y="17065"/>
                  </a:lnTo>
                  <a:lnTo>
                    <a:pt x="6117" y="21084"/>
                  </a:lnTo>
                  <a:lnTo>
                    <a:pt x="3454" y="23811"/>
                  </a:lnTo>
                  <a:lnTo>
                    <a:pt x="1" y="20328"/>
                  </a:lnTo>
                  <a:lnTo>
                    <a:pt x="1" y="30285"/>
                  </a:lnTo>
                  <a:lnTo>
                    <a:pt x="9950" y="30285"/>
                  </a:lnTo>
                  <a:lnTo>
                    <a:pt x="6474" y="26831"/>
                  </a:lnTo>
                  <a:lnTo>
                    <a:pt x="9201" y="24168"/>
                  </a:lnTo>
                  <a:lnTo>
                    <a:pt x="13220" y="24168"/>
                  </a:lnTo>
                  <a:lnTo>
                    <a:pt x="13220" y="19455"/>
                  </a:lnTo>
                  <a:lnTo>
                    <a:pt x="15140" y="17724"/>
                  </a:lnTo>
                  <a:lnTo>
                    <a:pt x="17065" y="19455"/>
                  </a:lnTo>
                  <a:lnTo>
                    <a:pt x="17065" y="24168"/>
                  </a:lnTo>
                  <a:lnTo>
                    <a:pt x="21077" y="24168"/>
                  </a:lnTo>
                  <a:lnTo>
                    <a:pt x="23798" y="26831"/>
                  </a:lnTo>
                  <a:lnTo>
                    <a:pt x="20322" y="30285"/>
                  </a:lnTo>
                  <a:lnTo>
                    <a:pt x="30283" y="30285"/>
                  </a:lnTo>
                  <a:lnTo>
                    <a:pt x="30283" y="20328"/>
                  </a:lnTo>
                  <a:lnTo>
                    <a:pt x="26824" y="23811"/>
                  </a:lnTo>
                  <a:lnTo>
                    <a:pt x="24155" y="21084"/>
                  </a:lnTo>
                  <a:lnTo>
                    <a:pt x="24155" y="17065"/>
                  </a:lnTo>
                  <a:lnTo>
                    <a:pt x="19455" y="17065"/>
                  </a:lnTo>
                  <a:lnTo>
                    <a:pt x="17724" y="15140"/>
                  </a:lnTo>
                  <a:lnTo>
                    <a:pt x="19455" y="13214"/>
                  </a:lnTo>
                  <a:lnTo>
                    <a:pt x="24155" y="13214"/>
                  </a:lnTo>
                  <a:lnTo>
                    <a:pt x="24155" y="9208"/>
                  </a:lnTo>
                  <a:lnTo>
                    <a:pt x="26824" y="6485"/>
                  </a:lnTo>
                  <a:lnTo>
                    <a:pt x="30283" y="9969"/>
                  </a:lnTo>
                  <a:lnTo>
                    <a:pt x="30283" y="1"/>
                  </a:lnTo>
                  <a:lnTo>
                    <a:pt x="20316" y="1"/>
                  </a:lnTo>
                  <a:lnTo>
                    <a:pt x="23798" y="3460"/>
                  </a:lnTo>
                  <a:lnTo>
                    <a:pt x="21077" y="6129"/>
                  </a:lnTo>
                  <a:lnTo>
                    <a:pt x="17065" y="6129"/>
                  </a:lnTo>
                  <a:lnTo>
                    <a:pt x="17065" y="10830"/>
                  </a:lnTo>
                  <a:lnTo>
                    <a:pt x="15140" y="12554"/>
                  </a:lnTo>
                  <a:lnTo>
                    <a:pt x="13220" y="10830"/>
                  </a:lnTo>
                  <a:lnTo>
                    <a:pt x="13220" y="6129"/>
                  </a:lnTo>
                  <a:lnTo>
                    <a:pt x="9201" y="6129"/>
                  </a:lnTo>
                  <a:lnTo>
                    <a:pt x="6474" y="3460"/>
                  </a:lnTo>
                  <a:lnTo>
                    <a:pt x="99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1" name="Google Shape;391;p4"/>
            <p:cNvSpPr/>
            <p:nvPr/>
          </p:nvSpPr>
          <p:spPr>
            <a:xfrm>
              <a:off x="1443125" y="929550"/>
              <a:ext cx="307600" cy="305825"/>
            </a:xfrm>
            <a:custGeom>
              <a:avLst/>
              <a:gdLst/>
              <a:ahLst/>
              <a:cxnLst/>
              <a:rect l="l" t="t" r="r" b="b"/>
              <a:pathLst>
                <a:path w="12304" h="12233" extrusionOk="0">
                  <a:moveTo>
                    <a:pt x="6153" y="1"/>
                  </a:moveTo>
                  <a:lnTo>
                    <a:pt x="0" y="6106"/>
                  </a:lnTo>
                  <a:lnTo>
                    <a:pt x="3828" y="6106"/>
                  </a:lnTo>
                  <a:lnTo>
                    <a:pt x="3828" y="12233"/>
                  </a:lnTo>
                  <a:lnTo>
                    <a:pt x="8482" y="12233"/>
                  </a:lnTo>
                  <a:lnTo>
                    <a:pt x="8482" y="6106"/>
                  </a:lnTo>
                  <a:lnTo>
                    <a:pt x="12304" y="6106"/>
                  </a:lnTo>
                  <a:lnTo>
                    <a:pt x="61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2" name="Google Shape;392;p4"/>
            <p:cNvSpPr/>
            <p:nvPr/>
          </p:nvSpPr>
          <p:spPr>
            <a:xfrm>
              <a:off x="1418900" y="915475"/>
              <a:ext cx="356050" cy="329900"/>
            </a:xfrm>
            <a:custGeom>
              <a:avLst/>
              <a:gdLst/>
              <a:ahLst/>
              <a:cxnLst/>
              <a:rect l="l" t="t" r="r" b="b"/>
              <a:pathLst>
                <a:path w="14242" h="13196" extrusionOk="0">
                  <a:moveTo>
                    <a:pt x="7122" y="1129"/>
                  </a:moveTo>
                  <a:lnTo>
                    <a:pt x="12298" y="6270"/>
                  </a:lnTo>
                  <a:lnTo>
                    <a:pt x="9047" y="6270"/>
                  </a:lnTo>
                  <a:lnTo>
                    <a:pt x="9047" y="12398"/>
                  </a:lnTo>
                  <a:lnTo>
                    <a:pt x="5202" y="12398"/>
                  </a:lnTo>
                  <a:lnTo>
                    <a:pt x="5202" y="6270"/>
                  </a:lnTo>
                  <a:lnTo>
                    <a:pt x="1944" y="6270"/>
                  </a:lnTo>
                  <a:lnTo>
                    <a:pt x="7122" y="1129"/>
                  </a:lnTo>
                  <a:close/>
                  <a:moveTo>
                    <a:pt x="7122" y="0"/>
                  </a:moveTo>
                  <a:lnTo>
                    <a:pt x="1" y="7073"/>
                  </a:lnTo>
                  <a:lnTo>
                    <a:pt x="4399" y="7073"/>
                  </a:lnTo>
                  <a:lnTo>
                    <a:pt x="4399" y="13195"/>
                  </a:lnTo>
                  <a:lnTo>
                    <a:pt x="9849" y="13195"/>
                  </a:lnTo>
                  <a:lnTo>
                    <a:pt x="9849" y="7073"/>
                  </a:lnTo>
                  <a:lnTo>
                    <a:pt x="14241" y="7073"/>
                  </a:lnTo>
                  <a:lnTo>
                    <a:pt x="71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3" name="Google Shape;393;p4"/>
            <p:cNvSpPr/>
            <p:nvPr/>
          </p:nvSpPr>
          <p:spPr>
            <a:xfrm>
              <a:off x="1655175" y="1082200"/>
              <a:ext cx="172500" cy="153175"/>
            </a:xfrm>
            <a:custGeom>
              <a:avLst/>
              <a:gdLst/>
              <a:ahLst/>
              <a:cxnLst/>
              <a:rect l="l" t="t" r="r" b="b"/>
              <a:pathLst>
                <a:path w="6900" h="6127" extrusionOk="0">
                  <a:moveTo>
                    <a:pt x="0" y="0"/>
                  </a:moveTo>
                  <a:lnTo>
                    <a:pt x="0" y="6127"/>
                  </a:lnTo>
                  <a:lnTo>
                    <a:pt x="3769" y="6127"/>
                  </a:lnTo>
                  <a:lnTo>
                    <a:pt x="6900" y="3067"/>
                  </a:lnTo>
                  <a:lnTo>
                    <a:pt x="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4" name="Google Shape;394;p4"/>
            <p:cNvSpPr/>
            <p:nvPr/>
          </p:nvSpPr>
          <p:spPr>
            <a:xfrm>
              <a:off x="1645075" y="1072200"/>
              <a:ext cx="196875" cy="173175"/>
            </a:xfrm>
            <a:custGeom>
              <a:avLst/>
              <a:gdLst/>
              <a:ahLst/>
              <a:cxnLst/>
              <a:rect l="l" t="t" r="r" b="b"/>
              <a:pathLst>
                <a:path w="7875" h="6927" extrusionOk="0">
                  <a:moveTo>
                    <a:pt x="4059" y="804"/>
                  </a:moveTo>
                  <a:lnTo>
                    <a:pt x="6733" y="3460"/>
                  </a:lnTo>
                  <a:lnTo>
                    <a:pt x="4012" y="6129"/>
                  </a:lnTo>
                  <a:lnTo>
                    <a:pt x="802" y="6129"/>
                  </a:lnTo>
                  <a:lnTo>
                    <a:pt x="802" y="804"/>
                  </a:lnTo>
                  <a:close/>
                  <a:moveTo>
                    <a:pt x="0" y="1"/>
                  </a:moveTo>
                  <a:lnTo>
                    <a:pt x="0" y="6926"/>
                  </a:lnTo>
                  <a:lnTo>
                    <a:pt x="4338" y="6926"/>
                  </a:lnTo>
                  <a:lnTo>
                    <a:pt x="7875" y="3467"/>
                  </a:lnTo>
                  <a:lnTo>
                    <a:pt x="43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4"/>
            <p:cNvSpPr/>
            <p:nvPr/>
          </p:nvSpPr>
          <p:spPr>
            <a:xfrm>
              <a:off x="1366025" y="1082200"/>
              <a:ext cx="172800" cy="153175"/>
            </a:xfrm>
            <a:custGeom>
              <a:avLst/>
              <a:gdLst/>
              <a:ahLst/>
              <a:cxnLst/>
              <a:rect l="l" t="t" r="r" b="b"/>
              <a:pathLst>
                <a:path w="6912" h="6127" extrusionOk="0">
                  <a:moveTo>
                    <a:pt x="3084" y="0"/>
                  </a:moveTo>
                  <a:lnTo>
                    <a:pt x="0" y="3067"/>
                  </a:lnTo>
                  <a:lnTo>
                    <a:pt x="3131" y="6127"/>
                  </a:lnTo>
                  <a:lnTo>
                    <a:pt x="6912" y="6127"/>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4"/>
            <p:cNvSpPr/>
            <p:nvPr/>
          </p:nvSpPr>
          <p:spPr>
            <a:xfrm>
              <a:off x="1351750" y="1072200"/>
              <a:ext cx="197200" cy="173175"/>
            </a:xfrm>
            <a:custGeom>
              <a:avLst/>
              <a:gdLst/>
              <a:ahLst/>
              <a:cxnLst/>
              <a:rect l="l" t="t" r="r" b="b"/>
              <a:pathLst>
                <a:path w="7888" h="6927" extrusionOk="0">
                  <a:moveTo>
                    <a:pt x="7085" y="804"/>
                  </a:moveTo>
                  <a:lnTo>
                    <a:pt x="7085" y="6129"/>
                  </a:lnTo>
                  <a:lnTo>
                    <a:pt x="3869" y="6129"/>
                  </a:lnTo>
                  <a:lnTo>
                    <a:pt x="1142" y="3460"/>
                  </a:lnTo>
                  <a:lnTo>
                    <a:pt x="3822" y="804"/>
                  </a:lnTo>
                  <a:close/>
                  <a:moveTo>
                    <a:pt x="3496" y="1"/>
                  </a:moveTo>
                  <a:lnTo>
                    <a:pt x="1" y="3467"/>
                  </a:lnTo>
                  <a:lnTo>
                    <a:pt x="3543" y="6926"/>
                  </a:lnTo>
                  <a:lnTo>
                    <a:pt x="7888" y="6926"/>
                  </a:lnTo>
                  <a:lnTo>
                    <a:pt x="78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4"/>
            <p:cNvSpPr/>
            <p:nvPr/>
          </p:nvSpPr>
          <p:spPr>
            <a:xfrm>
              <a:off x="1812375" y="1297200"/>
              <a:ext cx="305825" cy="307450"/>
            </a:xfrm>
            <a:custGeom>
              <a:avLst/>
              <a:gdLst/>
              <a:ahLst/>
              <a:cxnLst/>
              <a:rect l="l" t="t" r="r" b="b"/>
              <a:pathLst>
                <a:path w="12233" h="12298" extrusionOk="0">
                  <a:moveTo>
                    <a:pt x="6122" y="0"/>
                  </a:moveTo>
                  <a:lnTo>
                    <a:pt x="6122" y="3816"/>
                  </a:lnTo>
                  <a:lnTo>
                    <a:pt x="0" y="3816"/>
                  </a:lnTo>
                  <a:lnTo>
                    <a:pt x="0" y="8469"/>
                  </a:lnTo>
                  <a:lnTo>
                    <a:pt x="6122" y="8469"/>
                  </a:lnTo>
                  <a:lnTo>
                    <a:pt x="6122" y="12298"/>
                  </a:lnTo>
                  <a:lnTo>
                    <a:pt x="12232" y="6151"/>
                  </a:lnTo>
                  <a:lnTo>
                    <a:pt x="61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4"/>
            <p:cNvSpPr/>
            <p:nvPr/>
          </p:nvSpPr>
          <p:spPr>
            <a:xfrm>
              <a:off x="1802425" y="1272800"/>
              <a:ext cx="329875" cy="356225"/>
            </a:xfrm>
            <a:custGeom>
              <a:avLst/>
              <a:gdLst/>
              <a:ahLst/>
              <a:cxnLst/>
              <a:rect l="l" t="t" r="r" b="b"/>
              <a:pathLst>
                <a:path w="13195" h="14249" extrusionOk="0">
                  <a:moveTo>
                    <a:pt x="6924" y="1945"/>
                  </a:moveTo>
                  <a:lnTo>
                    <a:pt x="12065" y="7127"/>
                  </a:lnTo>
                  <a:lnTo>
                    <a:pt x="6924" y="12304"/>
                  </a:lnTo>
                  <a:lnTo>
                    <a:pt x="6924" y="9041"/>
                  </a:lnTo>
                  <a:lnTo>
                    <a:pt x="796" y="9041"/>
                  </a:lnTo>
                  <a:lnTo>
                    <a:pt x="796" y="5190"/>
                  </a:lnTo>
                  <a:lnTo>
                    <a:pt x="6924" y="5190"/>
                  </a:lnTo>
                  <a:lnTo>
                    <a:pt x="6924" y="1945"/>
                  </a:lnTo>
                  <a:close/>
                  <a:moveTo>
                    <a:pt x="6122" y="1"/>
                  </a:moveTo>
                  <a:lnTo>
                    <a:pt x="6122" y="4394"/>
                  </a:lnTo>
                  <a:lnTo>
                    <a:pt x="0" y="4394"/>
                  </a:lnTo>
                  <a:lnTo>
                    <a:pt x="0" y="9843"/>
                  </a:lnTo>
                  <a:lnTo>
                    <a:pt x="6122" y="9843"/>
                  </a:lnTo>
                  <a:lnTo>
                    <a:pt x="6122" y="14248"/>
                  </a:lnTo>
                  <a:lnTo>
                    <a:pt x="13195" y="7127"/>
                  </a:lnTo>
                  <a:lnTo>
                    <a:pt x="61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4"/>
            <p:cNvSpPr/>
            <p:nvPr/>
          </p:nvSpPr>
          <p:spPr>
            <a:xfrm>
              <a:off x="1812375" y="1508925"/>
              <a:ext cx="153075" cy="172825"/>
            </a:xfrm>
            <a:custGeom>
              <a:avLst/>
              <a:gdLst/>
              <a:ahLst/>
              <a:cxnLst/>
              <a:rect l="l" t="t" r="r" b="b"/>
              <a:pathLst>
                <a:path w="6123" h="6913" extrusionOk="0">
                  <a:moveTo>
                    <a:pt x="0" y="0"/>
                  </a:moveTo>
                  <a:lnTo>
                    <a:pt x="0" y="3780"/>
                  </a:lnTo>
                  <a:lnTo>
                    <a:pt x="3061" y="6913"/>
                  </a:lnTo>
                  <a:lnTo>
                    <a:pt x="6122" y="3829"/>
                  </a:lnTo>
                  <a:lnTo>
                    <a:pt x="61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4"/>
            <p:cNvSpPr/>
            <p:nvPr/>
          </p:nvSpPr>
          <p:spPr>
            <a:xfrm>
              <a:off x="1802425" y="1498825"/>
              <a:ext cx="173125" cy="197200"/>
            </a:xfrm>
            <a:custGeom>
              <a:avLst/>
              <a:gdLst/>
              <a:ahLst/>
              <a:cxnLst/>
              <a:rect l="l" t="t" r="r" b="b"/>
              <a:pathLst>
                <a:path w="6925" h="7888" extrusionOk="0">
                  <a:moveTo>
                    <a:pt x="6122" y="802"/>
                  </a:moveTo>
                  <a:lnTo>
                    <a:pt x="6122" y="4066"/>
                  </a:lnTo>
                  <a:lnTo>
                    <a:pt x="3465" y="6746"/>
                  </a:lnTo>
                  <a:lnTo>
                    <a:pt x="796" y="4019"/>
                  </a:lnTo>
                  <a:lnTo>
                    <a:pt x="796" y="802"/>
                  </a:lnTo>
                  <a:close/>
                  <a:moveTo>
                    <a:pt x="0" y="0"/>
                  </a:moveTo>
                  <a:lnTo>
                    <a:pt x="0" y="4345"/>
                  </a:lnTo>
                  <a:lnTo>
                    <a:pt x="3459" y="7887"/>
                  </a:lnTo>
                  <a:lnTo>
                    <a:pt x="6924" y="4398"/>
                  </a:lnTo>
                  <a:lnTo>
                    <a:pt x="6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4"/>
            <p:cNvSpPr/>
            <p:nvPr/>
          </p:nvSpPr>
          <p:spPr>
            <a:xfrm>
              <a:off x="1812375" y="1220050"/>
              <a:ext cx="153075" cy="172575"/>
            </a:xfrm>
            <a:custGeom>
              <a:avLst/>
              <a:gdLst/>
              <a:ahLst/>
              <a:cxnLst/>
              <a:rect l="l" t="t" r="r" b="b"/>
              <a:pathLst>
                <a:path w="6123" h="6903" extrusionOk="0">
                  <a:moveTo>
                    <a:pt x="3061" y="1"/>
                  </a:moveTo>
                  <a:lnTo>
                    <a:pt x="0" y="3133"/>
                  </a:lnTo>
                  <a:lnTo>
                    <a:pt x="0" y="6902"/>
                  </a:lnTo>
                  <a:lnTo>
                    <a:pt x="6122" y="6902"/>
                  </a:lnTo>
                  <a:lnTo>
                    <a:pt x="6122" y="3086"/>
                  </a:lnTo>
                  <a:lnTo>
                    <a:pt x="30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4"/>
            <p:cNvSpPr/>
            <p:nvPr/>
          </p:nvSpPr>
          <p:spPr>
            <a:xfrm>
              <a:off x="1802425" y="1205800"/>
              <a:ext cx="173125" cy="196750"/>
            </a:xfrm>
            <a:custGeom>
              <a:avLst/>
              <a:gdLst/>
              <a:ahLst/>
              <a:cxnLst/>
              <a:rect l="l" t="t" r="r" b="b"/>
              <a:pathLst>
                <a:path w="6925" h="7870" extrusionOk="0">
                  <a:moveTo>
                    <a:pt x="3465" y="1141"/>
                  </a:moveTo>
                  <a:lnTo>
                    <a:pt x="6122" y="3816"/>
                  </a:lnTo>
                  <a:lnTo>
                    <a:pt x="6122" y="7074"/>
                  </a:lnTo>
                  <a:lnTo>
                    <a:pt x="796" y="7074"/>
                  </a:lnTo>
                  <a:lnTo>
                    <a:pt x="796" y="3864"/>
                  </a:lnTo>
                  <a:lnTo>
                    <a:pt x="3465" y="1141"/>
                  </a:lnTo>
                  <a:close/>
                  <a:moveTo>
                    <a:pt x="3459" y="0"/>
                  </a:moveTo>
                  <a:lnTo>
                    <a:pt x="0" y="3536"/>
                  </a:lnTo>
                  <a:lnTo>
                    <a:pt x="0" y="7870"/>
                  </a:lnTo>
                  <a:lnTo>
                    <a:pt x="6924" y="7870"/>
                  </a:lnTo>
                  <a:lnTo>
                    <a:pt x="6924" y="3489"/>
                  </a:lnTo>
                  <a:lnTo>
                    <a:pt x="345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4"/>
            <p:cNvSpPr/>
            <p:nvPr/>
          </p:nvSpPr>
          <p:spPr>
            <a:xfrm>
              <a:off x="1075650" y="1296875"/>
              <a:ext cx="305825" cy="307925"/>
            </a:xfrm>
            <a:custGeom>
              <a:avLst/>
              <a:gdLst/>
              <a:ahLst/>
              <a:cxnLst/>
              <a:rect l="l" t="t" r="r" b="b"/>
              <a:pathLst>
                <a:path w="12233" h="12317" extrusionOk="0">
                  <a:moveTo>
                    <a:pt x="6116" y="0"/>
                  </a:moveTo>
                  <a:lnTo>
                    <a:pt x="1" y="6153"/>
                  </a:lnTo>
                  <a:lnTo>
                    <a:pt x="6116" y="12317"/>
                  </a:lnTo>
                  <a:lnTo>
                    <a:pt x="6116" y="8482"/>
                  </a:lnTo>
                  <a:lnTo>
                    <a:pt x="12233" y="8482"/>
                  </a:lnTo>
                  <a:lnTo>
                    <a:pt x="12233" y="3829"/>
                  </a:lnTo>
                  <a:lnTo>
                    <a:pt x="6116" y="3829"/>
                  </a:lnTo>
                  <a:lnTo>
                    <a:pt x="61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4"/>
            <p:cNvSpPr/>
            <p:nvPr/>
          </p:nvSpPr>
          <p:spPr>
            <a:xfrm>
              <a:off x="1061550" y="1272525"/>
              <a:ext cx="329875" cy="356625"/>
            </a:xfrm>
            <a:custGeom>
              <a:avLst/>
              <a:gdLst/>
              <a:ahLst/>
              <a:cxnLst/>
              <a:rect l="l" t="t" r="r" b="b"/>
              <a:pathLst>
                <a:path w="13195" h="14265" extrusionOk="0">
                  <a:moveTo>
                    <a:pt x="6277" y="1944"/>
                  </a:moveTo>
                  <a:lnTo>
                    <a:pt x="6277" y="5201"/>
                  </a:lnTo>
                  <a:lnTo>
                    <a:pt x="12393" y="5201"/>
                  </a:lnTo>
                  <a:lnTo>
                    <a:pt x="12393" y="9052"/>
                  </a:lnTo>
                  <a:lnTo>
                    <a:pt x="6277" y="9052"/>
                  </a:lnTo>
                  <a:lnTo>
                    <a:pt x="6277" y="12315"/>
                  </a:lnTo>
                  <a:lnTo>
                    <a:pt x="1130" y="7127"/>
                  </a:lnTo>
                  <a:lnTo>
                    <a:pt x="6277" y="1944"/>
                  </a:lnTo>
                  <a:close/>
                  <a:moveTo>
                    <a:pt x="7080" y="0"/>
                  </a:moveTo>
                  <a:lnTo>
                    <a:pt x="0" y="7127"/>
                  </a:lnTo>
                  <a:lnTo>
                    <a:pt x="7080" y="14265"/>
                  </a:lnTo>
                  <a:lnTo>
                    <a:pt x="7080" y="9854"/>
                  </a:lnTo>
                  <a:lnTo>
                    <a:pt x="13195" y="9854"/>
                  </a:lnTo>
                  <a:lnTo>
                    <a:pt x="13195" y="4405"/>
                  </a:lnTo>
                  <a:lnTo>
                    <a:pt x="7080" y="4405"/>
                  </a:lnTo>
                  <a:lnTo>
                    <a:pt x="70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4"/>
            <p:cNvSpPr/>
            <p:nvPr/>
          </p:nvSpPr>
          <p:spPr>
            <a:xfrm>
              <a:off x="1228550" y="1508925"/>
              <a:ext cx="152925" cy="172825"/>
            </a:xfrm>
            <a:custGeom>
              <a:avLst/>
              <a:gdLst/>
              <a:ahLst/>
              <a:cxnLst/>
              <a:rect l="l" t="t" r="r" b="b"/>
              <a:pathLst>
                <a:path w="6117" h="6913" extrusionOk="0">
                  <a:moveTo>
                    <a:pt x="0" y="0"/>
                  </a:moveTo>
                  <a:lnTo>
                    <a:pt x="0" y="3835"/>
                  </a:lnTo>
                  <a:lnTo>
                    <a:pt x="3050" y="6913"/>
                  </a:lnTo>
                  <a:lnTo>
                    <a:pt x="6117" y="3780"/>
                  </a:lnTo>
                  <a:lnTo>
                    <a:pt x="6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4"/>
            <p:cNvSpPr/>
            <p:nvPr/>
          </p:nvSpPr>
          <p:spPr>
            <a:xfrm>
              <a:off x="1218450" y="1498825"/>
              <a:ext cx="172975" cy="197200"/>
            </a:xfrm>
            <a:custGeom>
              <a:avLst/>
              <a:gdLst/>
              <a:ahLst/>
              <a:cxnLst/>
              <a:rect l="l" t="t" r="r" b="b"/>
              <a:pathLst>
                <a:path w="6919" h="7888" extrusionOk="0">
                  <a:moveTo>
                    <a:pt x="6117" y="802"/>
                  </a:moveTo>
                  <a:lnTo>
                    <a:pt x="6117" y="4019"/>
                  </a:lnTo>
                  <a:lnTo>
                    <a:pt x="3454" y="6746"/>
                  </a:lnTo>
                  <a:lnTo>
                    <a:pt x="804" y="4072"/>
                  </a:lnTo>
                  <a:lnTo>
                    <a:pt x="804" y="802"/>
                  </a:lnTo>
                  <a:close/>
                  <a:moveTo>
                    <a:pt x="1" y="0"/>
                  </a:moveTo>
                  <a:lnTo>
                    <a:pt x="1" y="4404"/>
                  </a:lnTo>
                  <a:lnTo>
                    <a:pt x="3460" y="7887"/>
                  </a:lnTo>
                  <a:lnTo>
                    <a:pt x="6919" y="4345"/>
                  </a:lnTo>
                  <a:lnTo>
                    <a:pt x="69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7" name="Google Shape;407;p4"/>
            <p:cNvSpPr/>
            <p:nvPr/>
          </p:nvSpPr>
          <p:spPr>
            <a:xfrm>
              <a:off x="1228550" y="1220050"/>
              <a:ext cx="152925" cy="172575"/>
            </a:xfrm>
            <a:custGeom>
              <a:avLst/>
              <a:gdLst/>
              <a:ahLst/>
              <a:cxnLst/>
              <a:rect l="l" t="t" r="r" b="b"/>
              <a:pathLst>
                <a:path w="6117" h="6903" extrusionOk="0">
                  <a:moveTo>
                    <a:pt x="3050" y="1"/>
                  </a:moveTo>
                  <a:lnTo>
                    <a:pt x="0" y="3073"/>
                  </a:lnTo>
                  <a:lnTo>
                    <a:pt x="0" y="6902"/>
                  </a:lnTo>
                  <a:lnTo>
                    <a:pt x="6117" y="6902"/>
                  </a:lnTo>
                  <a:lnTo>
                    <a:pt x="6117" y="3133"/>
                  </a:lnTo>
                  <a:lnTo>
                    <a:pt x="3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8" name="Google Shape;408;p4"/>
            <p:cNvSpPr/>
            <p:nvPr/>
          </p:nvSpPr>
          <p:spPr>
            <a:xfrm>
              <a:off x="1218450" y="1205800"/>
              <a:ext cx="172975" cy="196750"/>
            </a:xfrm>
            <a:custGeom>
              <a:avLst/>
              <a:gdLst/>
              <a:ahLst/>
              <a:cxnLst/>
              <a:rect l="l" t="t" r="r" b="b"/>
              <a:pathLst>
                <a:path w="6919" h="7870" extrusionOk="0">
                  <a:moveTo>
                    <a:pt x="3454" y="1141"/>
                  </a:moveTo>
                  <a:lnTo>
                    <a:pt x="6117" y="3864"/>
                  </a:lnTo>
                  <a:lnTo>
                    <a:pt x="6117" y="7074"/>
                  </a:lnTo>
                  <a:lnTo>
                    <a:pt x="804" y="7074"/>
                  </a:lnTo>
                  <a:lnTo>
                    <a:pt x="804" y="3810"/>
                  </a:lnTo>
                  <a:lnTo>
                    <a:pt x="3454" y="1141"/>
                  </a:lnTo>
                  <a:close/>
                  <a:moveTo>
                    <a:pt x="3460" y="0"/>
                  </a:moveTo>
                  <a:lnTo>
                    <a:pt x="1" y="3478"/>
                  </a:lnTo>
                  <a:lnTo>
                    <a:pt x="1" y="7870"/>
                  </a:lnTo>
                  <a:lnTo>
                    <a:pt x="6919" y="7870"/>
                  </a:lnTo>
                  <a:lnTo>
                    <a:pt x="6919" y="3536"/>
                  </a:lnTo>
                  <a:lnTo>
                    <a:pt x="34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9" name="Google Shape;409;p4"/>
            <p:cNvSpPr/>
            <p:nvPr/>
          </p:nvSpPr>
          <p:spPr>
            <a:xfrm>
              <a:off x="1442825" y="1666300"/>
              <a:ext cx="308050" cy="305825"/>
            </a:xfrm>
            <a:custGeom>
              <a:avLst/>
              <a:gdLst/>
              <a:ahLst/>
              <a:cxnLst/>
              <a:rect l="l" t="t" r="r" b="b"/>
              <a:pathLst>
                <a:path w="12322" h="12233" extrusionOk="0">
                  <a:moveTo>
                    <a:pt x="3840" y="0"/>
                  </a:moveTo>
                  <a:lnTo>
                    <a:pt x="3840" y="6115"/>
                  </a:lnTo>
                  <a:lnTo>
                    <a:pt x="1" y="6115"/>
                  </a:lnTo>
                  <a:lnTo>
                    <a:pt x="6158" y="12232"/>
                  </a:lnTo>
                  <a:lnTo>
                    <a:pt x="12321" y="6115"/>
                  </a:lnTo>
                  <a:lnTo>
                    <a:pt x="8494" y="6115"/>
                  </a:lnTo>
                  <a:lnTo>
                    <a:pt x="84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0" name="Google Shape;410;p4"/>
            <p:cNvSpPr/>
            <p:nvPr/>
          </p:nvSpPr>
          <p:spPr>
            <a:xfrm>
              <a:off x="1418625" y="1656350"/>
              <a:ext cx="356450" cy="329900"/>
            </a:xfrm>
            <a:custGeom>
              <a:avLst/>
              <a:gdLst/>
              <a:ahLst/>
              <a:cxnLst/>
              <a:rect l="l" t="t" r="r" b="b"/>
              <a:pathLst>
                <a:path w="14258" h="13196" extrusionOk="0">
                  <a:moveTo>
                    <a:pt x="9058" y="802"/>
                  </a:moveTo>
                  <a:lnTo>
                    <a:pt x="9058" y="6919"/>
                  </a:lnTo>
                  <a:lnTo>
                    <a:pt x="12315" y="6919"/>
                  </a:lnTo>
                  <a:lnTo>
                    <a:pt x="7126" y="12065"/>
                  </a:lnTo>
                  <a:lnTo>
                    <a:pt x="1943" y="6919"/>
                  </a:lnTo>
                  <a:lnTo>
                    <a:pt x="5213" y="6919"/>
                  </a:lnTo>
                  <a:lnTo>
                    <a:pt x="5213" y="802"/>
                  </a:lnTo>
                  <a:close/>
                  <a:moveTo>
                    <a:pt x="4410" y="0"/>
                  </a:moveTo>
                  <a:lnTo>
                    <a:pt x="4410" y="6115"/>
                  </a:lnTo>
                  <a:lnTo>
                    <a:pt x="0" y="6115"/>
                  </a:lnTo>
                  <a:lnTo>
                    <a:pt x="7126" y="13195"/>
                  </a:lnTo>
                  <a:lnTo>
                    <a:pt x="14258" y="6115"/>
                  </a:lnTo>
                  <a:lnTo>
                    <a:pt x="9860" y="6115"/>
                  </a:lnTo>
                  <a:lnTo>
                    <a:pt x="98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1" name="Google Shape;411;p4"/>
            <p:cNvSpPr/>
            <p:nvPr/>
          </p:nvSpPr>
          <p:spPr>
            <a:xfrm>
              <a:off x="1366025" y="1666300"/>
              <a:ext cx="172800" cy="152900"/>
            </a:xfrm>
            <a:custGeom>
              <a:avLst/>
              <a:gdLst/>
              <a:ahLst/>
              <a:cxnLst/>
              <a:rect l="l" t="t" r="r" b="b"/>
              <a:pathLst>
                <a:path w="6912" h="6116" extrusionOk="0">
                  <a:moveTo>
                    <a:pt x="3131" y="0"/>
                  </a:moveTo>
                  <a:lnTo>
                    <a:pt x="0" y="3067"/>
                  </a:lnTo>
                  <a:lnTo>
                    <a:pt x="3073" y="6115"/>
                  </a:lnTo>
                  <a:lnTo>
                    <a:pt x="6912" y="6115"/>
                  </a:lnTo>
                  <a:lnTo>
                    <a:pt x="69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2" name="Google Shape;412;p4"/>
            <p:cNvSpPr/>
            <p:nvPr/>
          </p:nvSpPr>
          <p:spPr>
            <a:xfrm>
              <a:off x="1351750" y="1656350"/>
              <a:ext cx="197200" cy="172975"/>
            </a:xfrm>
            <a:custGeom>
              <a:avLst/>
              <a:gdLst/>
              <a:ahLst/>
              <a:cxnLst/>
              <a:rect l="l" t="t" r="r" b="b"/>
              <a:pathLst>
                <a:path w="7888" h="6919" extrusionOk="0">
                  <a:moveTo>
                    <a:pt x="7085" y="802"/>
                  </a:moveTo>
                  <a:lnTo>
                    <a:pt x="7085" y="6115"/>
                  </a:lnTo>
                  <a:lnTo>
                    <a:pt x="3809" y="6115"/>
                  </a:lnTo>
                  <a:lnTo>
                    <a:pt x="1142" y="3465"/>
                  </a:lnTo>
                  <a:lnTo>
                    <a:pt x="3869" y="802"/>
                  </a:lnTo>
                  <a:close/>
                  <a:moveTo>
                    <a:pt x="3543" y="0"/>
                  </a:moveTo>
                  <a:lnTo>
                    <a:pt x="1" y="3459"/>
                  </a:lnTo>
                  <a:lnTo>
                    <a:pt x="3477" y="6919"/>
                  </a:lnTo>
                  <a:lnTo>
                    <a:pt x="7888" y="6919"/>
                  </a:lnTo>
                  <a:lnTo>
                    <a:pt x="78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3" name="Google Shape;413;p4"/>
            <p:cNvSpPr/>
            <p:nvPr/>
          </p:nvSpPr>
          <p:spPr>
            <a:xfrm>
              <a:off x="1655175" y="1666300"/>
              <a:ext cx="172500" cy="152900"/>
            </a:xfrm>
            <a:custGeom>
              <a:avLst/>
              <a:gdLst/>
              <a:ahLst/>
              <a:cxnLst/>
              <a:rect l="l" t="t" r="r" b="b"/>
              <a:pathLst>
                <a:path w="6900" h="6116" extrusionOk="0">
                  <a:moveTo>
                    <a:pt x="0" y="0"/>
                  </a:moveTo>
                  <a:lnTo>
                    <a:pt x="0" y="6115"/>
                  </a:lnTo>
                  <a:lnTo>
                    <a:pt x="3827" y="6115"/>
                  </a:lnTo>
                  <a:lnTo>
                    <a:pt x="6900" y="3067"/>
                  </a:lnTo>
                  <a:lnTo>
                    <a:pt x="3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4" name="Google Shape;414;p4"/>
            <p:cNvSpPr/>
            <p:nvPr/>
          </p:nvSpPr>
          <p:spPr>
            <a:xfrm>
              <a:off x="1645075" y="1656350"/>
              <a:ext cx="196875" cy="172975"/>
            </a:xfrm>
            <a:custGeom>
              <a:avLst/>
              <a:gdLst/>
              <a:ahLst/>
              <a:cxnLst/>
              <a:rect l="l" t="t" r="r" b="b"/>
              <a:pathLst>
                <a:path w="7875" h="6919" extrusionOk="0">
                  <a:moveTo>
                    <a:pt x="4012" y="802"/>
                  </a:moveTo>
                  <a:lnTo>
                    <a:pt x="6733" y="3465"/>
                  </a:lnTo>
                  <a:lnTo>
                    <a:pt x="4066" y="6115"/>
                  </a:lnTo>
                  <a:lnTo>
                    <a:pt x="802" y="6115"/>
                  </a:lnTo>
                  <a:lnTo>
                    <a:pt x="802" y="802"/>
                  </a:lnTo>
                  <a:close/>
                  <a:moveTo>
                    <a:pt x="0" y="0"/>
                  </a:moveTo>
                  <a:lnTo>
                    <a:pt x="0" y="6919"/>
                  </a:lnTo>
                  <a:lnTo>
                    <a:pt x="4398" y="6919"/>
                  </a:lnTo>
                  <a:lnTo>
                    <a:pt x="7875" y="3459"/>
                  </a:lnTo>
                  <a:lnTo>
                    <a:pt x="43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851994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10/19/2025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85925" y="1790700"/>
            <a:ext cx="9601200" cy="2646878"/>
          </a:xfrm>
          <a:prstGeom prst="rect">
            <a:avLst/>
          </a:prstGeom>
          <a:noFill/>
        </p:spPr>
        <p:txBody>
          <a:bodyPr wrap="square" rtlCol="0">
            <a:spAutoFit/>
          </a:bodyPr>
          <a:lstStyle/>
          <a:p>
            <a:r>
              <a:rPr lang="fa-IR" sz="13800" dirty="0" smtClean="0">
                <a:solidFill>
                  <a:schemeClr val="accent1">
                    <a:lumMod val="50000"/>
                  </a:schemeClr>
                </a:solidFill>
                <a:latin typeface="Aldhabi" panose="01000000000000000000" pitchFamily="2" charset="-78"/>
                <a:cs typeface="Aldhabi" panose="01000000000000000000" pitchFamily="2" charset="-78"/>
              </a:rPr>
              <a:t>بسم </a:t>
            </a:r>
            <a:r>
              <a:rPr lang="fa-IR" sz="16600" dirty="0" smtClean="0">
                <a:solidFill>
                  <a:schemeClr val="accent1">
                    <a:lumMod val="50000"/>
                  </a:schemeClr>
                </a:solidFill>
                <a:latin typeface="Aldhabi" panose="01000000000000000000" pitchFamily="2" charset="-78"/>
                <a:cs typeface="Aldhabi" panose="01000000000000000000" pitchFamily="2" charset="-78"/>
              </a:rPr>
              <a:t>الله الرحمن الرحیم</a:t>
            </a:r>
            <a:endParaRPr lang="en-US" sz="16600" dirty="0">
              <a:solidFill>
                <a:schemeClr val="accent1">
                  <a:lumMod val="50000"/>
                </a:schemeClr>
              </a:solidFill>
              <a:latin typeface="Aldhabi" panose="01000000000000000000" pitchFamily="2" charset="-78"/>
              <a:cs typeface="Aldhabi" panose="01000000000000000000" pitchFamily="2" charset="-78"/>
            </a:endParaRPr>
          </a:p>
        </p:txBody>
      </p:sp>
    </p:spTree>
    <p:extLst>
      <p:ext uri="{BB962C8B-B14F-4D97-AF65-F5344CB8AC3E}">
        <p14:creationId xmlns:p14="http://schemas.microsoft.com/office/powerpoint/2010/main" val="10295464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66037" y="1173577"/>
            <a:ext cx="6096000" cy="2677656"/>
          </a:xfrm>
          <a:prstGeom prst="rect">
            <a:avLst/>
          </a:prstGeom>
        </p:spPr>
        <p:txBody>
          <a:bodyPr>
            <a:spAutoFit/>
          </a:bodyPr>
          <a:lstStyle/>
          <a:p>
            <a:pPr algn="ctr"/>
            <a:r>
              <a:rPr lang="en-US" sz="2400" dirty="0" smtClean="0">
                <a:latin typeface="Andalus" panose="02020603050405020304" pitchFamily="18" charset="-78"/>
                <a:cs typeface="Andalus" panose="02020603050405020304" pitchFamily="18" charset="-78"/>
              </a:rPr>
              <a:t>Ministry Of Higher Education</a:t>
            </a:r>
            <a:r>
              <a:rPr lang="prs-AF" sz="2400" dirty="0" smtClean="0">
                <a:latin typeface="Andalus" panose="02020603050405020304" pitchFamily="18" charset="-78"/>
                <a:cs typeface="Andalus" panose="02020603050405020304" pitchFamily="18" charset="-78"/>
              </a:rPr>
              <a:t/>
            </a:r>
            <a:br>
              <a:rPr lang="prs-AF" sz="2400" dirty="0" smtClean="0">
                <a:latin typeface="Andalus" panose="02020603050405020304" pitchFamily="18" charset="-78"/>
                <a:cs typeface="Andalus" panose="02020603050405020304" pitchFamily="18" charset="-78"/>
              </a:rPr>
            </a:br>
            <a:r>
              <a:rPr lang="prs-AF" sz="2400" dirty="0" smtClean="0">
                <a:latin typeface="Andalus" panose="02020603050405020304" pitchFamily="18" charset="-78"/>
                <a:cs typeface="Andalus" panose="02020603050405020304" pitchFamily="18" charset="-78"/>
              </a:rPr>
              <a:t/>
            </a:r>
            <a:br>
              <a:rPr lang="prs-AF" sz="2400" dirty="0" smtClean="0">
                <a:latin typeface="Andalus" panose="02020603050405020304" pitchFamily="18" charset="-78"/>
                <a:cs typeface="Andalus" panose="02020603050405020304" pitchFamily="18" charset="-78"/>
              </a:rPr>
            </a:br>
            <a:r>
              <a:rPr lang="en-US" sz="2400" dirty="0" smtClean="0">
                <a:latin typeface="Andalus" panose="02020603050405020304" pitchFamily="18" charset="-78"/>
                <a:cs typeface="Andalus" panose="02020603050405020304" pitchFamily="18" charset="-78"/>
              </a:rPr>
              <a:t>Kabul University</a:t>
            </a:r>
            <a:r>
              <a:rPr lang="prs-AF" sz="2400" dirty="0">
                <a:latin typeface="Andalus" panose="02020603050405020304" pitchFamily="18" charset="-78"/>
                <a:cs typeface="Andalus" panose="02020603050405020304" pitchFamily="18" charset="-78"/>
              </a:rPr>
              <a:t/>
            </a:r>
            <a:br>
              <a:rPr lang="prs-AF" sz="2400" dirty="0">
                <a:latin typeface="Andalus" panose="02020603050405020304" pitchFamily="18" charset="-78"/>
                <a:cs typeface="Andalus" panose="02020603050405020304" pitchFamily="18" charset="-78"/>
              </a:rPr>
            </a:br>
            <a:r>
              <a:rPr lang="en-US" sz="2400" dirty="0" smtClean="0">
                <a:latin typeface="Andalus" panose="02020603050405020304" pitchFamily="18" charset="-78"/>
                <a:cs typeface="Andalus" panose="02020603050405020304" pitchFamily="18" charset="-78"/>
              </a:rPr>
              <a:t>Information and Communication Technology Faculty</a:t>
            </a:r>
            <a:r>
              <a:rPr lang="prs-AF" sz="2400" dirty="0">
                <a:latin typeface="Andalus" panose="02020603050405020304" pitchFamily="18" charset="-78"/>
                <a:cs typeface="Andalus" panose="02020603050405020304" pitchFamily="18" charset="-78"/>
              </a:rPr>
              <a:t/>
            </a:r>
            <a:br>
              <a:rPr lang="prs-AF" sz="2400" dirty="0">
                <a:latin typeface="Andalus" panose="02020603050405020304" pitchFamily="18" charset="-78"/>
                <a:cs typeface="Andalus" panose="02020603050405020304" pitchFamily="18" charset="-78"/>
              </a:rPr>
            </a:br>
            <a:r>
              <a:rPr lang="en-US" sz="2400" dirty="0" smtClean="0">
                <a:latin typeface="Andalus" panose="02020603050405020304" pitchFamily="18" charset="-78"/>
                <a:cs typeface="Andalus" panose="02020603050405020304" pitchFamily="18" charset="-78"/>
              </a:rPr>
              <a:t>Information Science and Engineering Department</a:t>
            </a:r>
            <a:endParaRPr lang="en-US" sz="2400" dirty="0">
              <a:latin typeface="Andalus" panose="02020603050405020304" pitchFamily="18" charset="-78"/>
              <a:cs typeface="Andalus" panose="02020603050405020304" pitchFamily="18" charset="-78"/>
            </a:endParaRPr>
          </a:p>
        </p:txBody>
      </p:sp>
      <p:pic>
        <p:nvPicPr>
          <p:cNvPr id="6" name="Picture 5">
            <a:extLst>
              <a:ext uri="{FF2B5EF4-FFF2-40B4-BE49-F238E27FC236}">
                <a16:creationId xmlns:a16="http://schemas.microsoft.com/office/drawing/2014/main" xmlns="" id="{86645CAB-6366-00C1-80A9-E0B1D03CEE8D}"/>
              </a:ext>
            </a:extLst>
          </p:cNvPr>
          <p:cNvPicPr>
            <a:picLocks noChangeAspect="1"/>
          </p:cNvPicPr>
          <p:nvPr/>
        </p:nvPicPr>
        <p:blipFill>
          <a:blip r:embed="rId2"/>
          <a:stretch>
            <a:fillRect/>
          </a:stretch>
        </p:blipFill>
        <p:spPr>
          <a:xfrm>
            <a:off x="1046037" y="840525"/>
            <a:ext cx="1920000" cy="1920000"/>
          </a:xfrm>
          <a:prstGeom prst="rect">
            <a:avLst/>
          </a:prstGeom>
        </p:spPr>
      </p:pic>
      <p:pic>
        <p:nvPicPr>
          <p:cNvPr id="7" name="Picture 6">
            <a:extLst>
              <a:ext uri="{FF2B5EF4-FFF2-40B4-BE49-F238E27FC236}">
                <a16:creationId xmlns:a16="http://schemas.microsoft.com/office/drawing/2014/main" xmlns="" id="{0066C65D-762F-6D16-B9FC-06CF4B3FB28F}"/>
              </a:ext>
            </a:extLst>
          </p:cNvPr>
          <p:cNvPicPr>
            <a:picLocks noChangeAspect="1"/>
          </p:cNvPicPr>
          <p:nvPr/>
        </p:nvPicPr>
        <p:blipFill>
          <a:blip r:embed="rId3"/>
          <a:stretch>
            <a:fillRect/>
          </a:stretch>
        </p:blipFill>
        <p:spPr>
          <a:xfrm>
            <a:off x="9351919" y="799841"/>
            <a:ext cx="1877687" cy="1920000"/>
          </a:xfrm>
          <a:prstGeom prst="rect">
            <a:avLst/>
          </a:prstGeom>
        </p:spPr>
      </p:pic>
      <p:cxnSp>
        <p:nvCxnSpPr>
          <p:cNvPr id="9" name="Straight Connector 8"/>
          <p:cNvCxnSpPr/>
          <p:nvPr/>
        </p:nvCxnSpPr>
        <p:spPr>
          <a:xfrm>
            <a:off x="1753352" y="4184285"/>
            <a:ext cx="8247529" cy="30736"/>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2295525" y="4224969"/>
            <a:ext cx="2971839" cy="1200329"/>
          </a:xfrm>
          <a:prstGeom prst="rect">
            <a:avLst/>
          </a:prstGeom>
          <a:noFill/>
        </p:spPr>
        <p:txBody>
          <a:bodyPr wrap="none" rtlCol="0">
            <a:spAutoFit/>
          </a:bodyPr>
          <a:lstStyle/>
          <a:p>
            <a:r>
              <a:rPr lang="en-US" dirty="0" smtClean="0"/>
              <a:t>Prepared by: </a:t>
            </a:r>
            <a:r>
              <a:rPr lang="en-US" dirty="0" err="1" smtClean="0"/>
              <a:t>Sarwar</a:t>
            </a:r>
            <a:r>
              <a:rPr lang="en-US" dirty="0" smtClean="0"/>
              <a:t> Ebrahimi</a:t>
            </a:r>
          </a:p>
          <a:p>
            <a:r>
              <a:rPr lang="en-US" dirty="0" smtClean="0"/>
              <a:t>Class: ISE 3</a:t>
            </a:r>
            <a:r>
              <a:rPr lang="en-US" baseline="30000" dirty="0" smtClean="0"/>
              <a:t>rd</a:t>
            </a:r>
            <a:r>
              <a:rPr lang="en-US" dirty="0" smtClean="0"/>
              <a:t> ,5</a:t>
            </a:r>
            <a:r>
              <a:rPr lang="en-US" baseline="30000" dirty="0" smtClean="0"/>
              <a:t>th </a:t>
            </a:r>
            <a:r>
              <a:rPr lang="en-US" dirty="0" smtClean="0"/>
              <a:t> semester </a:t>
            </a:r>
          </a:p>
          <a:p>
            <a:r>
              <a:rPr lang="en-US" dirty="0" err="1" smtClean="0"/>
              <a:t>Instructor:Pro.Gharani</a:t>
            </a:r>
            <a:endParaRPr lang="en-US" dirty="0" smtClean="0"/>
          </a:p>
          <a:p>
            <a:r>
              <a:rPr lang="en-US" dirty="0" smtClean="0"/>
              <a:t>Date:9/12/2025</a:t>
            </a:r>
            <a:endParaRPr lang="en-US" dirty="0"/>
          </a:p>
        </p:txBody>
      </p:sp>
    </p:spTree>
    <p:extLst>
      <p:ext uri="{BB962C8B-B14F-4D97-AF65-F5344CB8AC3E}">
        <p14:creationId xmlns:p14="http://schemas.microsoft.com/office/powerpoint/2010/main" val="30969248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lstStyle/>
          <a:p>
            <a:r>
              <a:rPr lang="en-US" dirty="0" smtClean="0"/>
              <a:t>Temporary Tables</a:t>
            </a:r>
            <a:endParaRPr lang="en-US" dirty="0"/>
          </a:p>
        </p:txBody>
      </p:sp>
      <p:sp>
        <p:nvSpPr>
          <p:cNvPr id="3" name="Content Placeholder 2"/>
          <p:cNvSpPr>
            <a:spLocks noGrp="1"/>
          </p:cNvSpPr>
          <p:nvPr>
            <p:ph idx="1"/>
          </p:nvPr>
        </p:nvSpPr>
        <p:spPr>
          <a:xfrm>
            <a:off x="1097280" y="1845733"/>
            <a:ext cx="10058400" cy="4481175"/>
          </a:xfrm>
        </p:spPr>
        <p:style>
          <a:lnRef idx="1">
            <a:schemeClr val="accent2"/>
          </a:lnRef>
          <a:fillRef idx="2">
            <a:schemeClr val="accent2"/>
          </a:fillRef>
          <a:effectRef idx="1">
            <a:schemeClr val="accent2"/>
          </a:effectRef>
          <a:fontRef idx="minor">
            <a:schemeClr val="dk1"/>
          </a:fontRef>
        </p:style>
        <p:txBody>
          <a:bodyPr/>
          <a:lstStyle/>
          <a:p>
            <a:r>
              <a:rPr lang="en-US" dirty="0"/>
              <a:t>A temporary table is a database object that is temporarily stored and managed by the database system. Temporary tables can </a:t>
            </a:r>
            <a:r>
              <a:rPr lang="en-US" dirty="0">
                <a:solidFill>
                  <a:srgbClr val="00B050"/>
                </a:solidFill>
              </a:rPr>
              <a:t>be local or global</a:t>
            </a:r>
            <a:r>
              <a:rPr lang="en-US" dirty="0" smtClean="0"/>
              <a:t>.</a:t>
            </a:r>
          </a:p>
          <a:p>
            <a:r>
              <a:rPr lang="en-US" dirty="0" smtClean="0"/>
              <a:t> </a:t>
            </a:r>
            <a:r>
              <a:rPr lang="en-US" dirty="0"/>
              <a:t>Local temporary tables have physical representation—that is, they are stored in the </a:t>
            </a:r>
            <a:r>
              <a:rPr lang="en-US" dirty="0" err="1"/>
              <a:t>tempdb</a:t>
            </a:r>
            <a:r>
              <a:rPr lang="en-US" dirty="0"/>
              <a:t> system database. They are specified with the prefix # (for example, #</a:t>
            </a:r>
            <a:r>
              <a:rPr lang="en-US" dirty="0" err="1"/>
              <a:t>table_name</a:t>
            </a:r>
            <a:r>
              <a:rPr lang="en-US" dirty="0" smtClean="0"/>
              <a:t>).</a:t>
            </a:r>
          </a:p>
          <a:p>
            <a:r>
              <a:rPr lang="en-US" dirty="0"/>
              <a:t>A local temporary table is owned by the session that created it and is visible only to that session.</a:t>
            </a:r>
          </a:p>
          <a:p>
            <a:pPr>
              <a:buClr>
                <a:srgbClr val="FF0000"/>
              </a:buClr>
              <a:buFont typeface="Wingdings" panose="05000000000000000000" pitchFamily="2" charset="2"/>
              <a:buChar char="Ø"/>
            </a:pPr>
            <a:r>
              <a:rPr lang="en-US" dirty="0" smtClean="0"/>
              <a:t>automatically </a:t>
            </a:r>
            <a:r>
              <a:rPr lang="en-US" dirty="0"/>
              <a:t>dropped when the creating session </a:t>
            </a:r>
            <a:r>
              <a:rPr lang="en-US" dirty="0" smtClean="0"/>
              <a:t>terminates</a:t>
            </a:r>
          </a:p>
          <a:p>
            <a:pPr marL="0" indent="0">
              <a:buClr>
                <a:srgbClr val="FF0000"/>
              </a:buClr>
              <a:buNone/>
            </a:pPr>
            <a:r>
              <a:rPr lang="en-US" dirty="0"/>
              <a:t>Global temporary tables are visible to any user and any connection after they are created, and are deleted when all users that are referencing the table disconnect from the database server</a:t>
            </a:r>
            <a:r>
              <a:rPr lang="en-US" dirty="0" smtClean="0"/>
              <a:t>.</a:t>
            </a:r>
          </a:p>
          <a:p>
            <a:pPr marL="0" indent="0">
              <a:buClr>
                <a:srgbClr val="FF0000"/>
              </a:buClr>
              <a:buNone/>
            </a:pPr>
            <a:r>
              <a:rPr lang="en-US" dirty="0"/>
              <a:t>specified with the prefix </a:t>
            </a:r>
            <a:r>
              <a:rPr lang="en-US" dirty="0" smtClean="0"/>
              <a:t>##.</a:t>
            </a:r>
          </a:p>
          <a:p>
            <a:pPr marL="0" indent="0">
              <a:buClr>
                <a:srgbClr val="FF0000"/>
              </a:buClr>
              <a:buNone/>
            </a:pPr>
            <a:endParaRPr lang="en-US" dirty="0"/>
          </a:p>
        </p:txBody>
      </p:sp>
    </p:spTree>
    <p:extLst>
      <p:ext uri="{BB962C8B-B14F-4D97-AF65-F5344CB8AC3E}">
        <p14:creationId xmlns:p14="http://schemas.microsoft.com/office/powerpoint/2010/main" val="39528433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lstStyle/>
          <a:p>
            <a:r>
              <a:rPr lang="en-US" dirty="0" smtClean="0"/>
              <a:t>Temporary Tables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59772" y="2145385"/>
            <a:ext cx="5577828" cy="3614144"/>
          </a:xfrm>
        </p:spPr>
        <p:style>
          <a:lnRef idx="1">
            <a:schemeClr val="accent2"/>
          </a:lnRef>
          <a:fillRef idx="2">
            <a:schemeClr val="accent2"/>
          </a:fillRef>
          <a:effectRef idx="1">
            <a:schemeClr val="accent2"/>
          </a:effectRef>
          <a:fontRef idx="minor">
            <a:schemeClr val="dk1"/>
          </a:fontRef>
        </p:style>
      </p:pic>
    </p:spTree>
    <p:extLst>
      <p:ext uri="{BB962C8B-B14F-4D97-AF65-F5344CB8AC3E}">
        <p14:creationId xmlns:p14="http://schemas.microsoft.com/office/powerpoint/2010/main" val="18167773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 Operator</a:t>
            </a:r>
            <a:endParaRPr lang="en-US" dirty="0"/>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r>
              <a:rPr lang="en-US" dirty="0"/>
              <a:t>Transact-SQL </a:t>
            </a:r>
            <a:r>
              <a:rPr lang="en-US" dirty="0" smtClean="0"/>
              <a:t>provides </a:t>
            </a:r>
            <a:r>
              <a:rPr lang="en-US" dirty="0"/>
              <a:t>the join operator, which retrieves data from more than one table. </a:t>
            </a:r>
            <a:endParaRPr lang="en-US" dirty="0" smtClean="0"/>
          </a:p>
          <a:p>
            <a:pPr>
              <a:buClr>
                <a:srgbClr val="C00000"/>
              </a:buClr>
            </a:pPr>
            <a:r>
              <a:rPr lang="en-US" dirty="0" smtClean="0"/>
              <a:t> The </a:t>
            </a:r>
            <a:r>
              <a:rPr lang="en-US" dirty="0"/>
              <a:t>most important operator for relational database systems. —</a:t>
            </a:r>
            <a:r>
              <a:rPr lang="en-US" dirty="0" err="1"/>
              <a:t>nonredundant</a:t>
            </a:r>
            <a:r>
              <a:rPr lang="en-US" dirty="0"/>
              <a:t> data</a:t>
            </a:r>
          </a:p>
          <a:p>
            <a:r>
              <a:rPr lang="en-US" dirty="0"/>
              <a:t>The UNION operator also attaches two or more </a:t>
            </a:r>
            <a:r>
              <a:rPr lang="en-US" dirty="0" smtClean="0"/>
              <a:t>tables. </a:t>
            </a:r>
            <a:r>
              <a:rPr lang="en-US" dirty="0"/>
              <a:t>J</a:t>
            </a:r>
            <a:r>
              <a:rPr lang="en-US" dirty="0" smtClean="0"/>
              <a:t>oin </a:t>
            </a:r>
            <a:r>
              <a:rPr lang="en-US" dirty="0"/>
              <a:t>operator “joins” two or more tables using just one SELECT</a:t>
            </a:r>
            <a:r>
              <a:rPr lang="en-US" dirty="0" smtClean="0"/>
              <a:t>.</a:t>
            </a:r>
          </a:p>
          <a:p>
            <a:pPr marL="0" indent="0">
              <a:buNone/>
            </a:pPr>
            <a:r>
              <a:rPr lang="en-US" dirty="0" smtClean="0"/>
              <a:t>  </a:t>
            </a:r>
            <a:r>
              <a:rPr lang="en-US" dirty="0" smtClean="0">
                <a:solidFill>
                  <a:srgbClr val="0070C0"/>
                </a:solidFill>
              </a:rPr>
              <a:t>1- Natural </a:t>
            </a:r>
            <a:r>
              <a:rPr lang="en-US" dirty="0">
                <a:solidFill>
                  <a:srgbClr val="0070C0"/>
                </a:solidFill>
              </a:rPr>
              <a:t>join </a:t>
            </a:r>
            <a:r>
              <a:rPr lang="en-US" dirty="0" smtClean="0">
                <a:solidFill>
                  <a:srgbClr val="0070C0"/>
                </a:solidFill>
              </a:rPr>
              <a:t>2-Cartesian </a:t>
            </a:r>
            <a:r>
              <a:rPr lang="en-US" dirty="0">
                <a:solidFill>
                  <a:srgbClr val="0070C0"/>
                </a:solidFill>
              </a:rPr>
              <a:t>product (cross join) </a:t>
            </a:r>
            <a:r>
              <a:rPr lang="en-US" dirty="0" smtClean="0">
                <a:solidFill>
                  <a:srgbClr val="0070C0"/>
                </a:solidFill>
              </a:rPr>
              <a:t> 3- Outer </a:t>
            </a:r>
            <a:r>
              <a:rPr lang="en-US" dirty="0">
                <a:solidFill>
                  <a:srgbClr val="0070C0"/>
                </a:solidFill>
              </a:rPr>
              <a:t>join </a:t>
            </a:r>
            <a:r>
              <a:rPr lang="en-US" dirty="0" smtClean="0">
                <a:solidFill>
                  <a:srgbClr val="0070C0"/>
                </a:solidFill>
              </a:rPr>
              <a:t>4- Theta </a:t>
            </a:r>
            <a:r>
              <a:rPr lang="en-US" dirty="0">
                <a:solidFill>
                  <a:srgbClr val="0070C0"/>
                </a:solidFill>
              </a:rPr>
              <a:t>join, self-join, and semi-join.</a:t>
            </a:r>
            <a:r>
              <a:rPr lang="en-US" dirty="0"/>
              <a:t> </a:t>
            </a:r>
          </a:p>
          <a:p>
            <a:pPr marL="0" indent="0">
              <a:buNone/>
            </a:pPr>
            <a:r>
              <a:rPr lang="en-US" dirty="0" smtClean="0"/>
              <a:t> </a:t>
            </a:r>
            <a:r>
              <a:rPr lang="en-US" sz="2400" dirty="0" smtClean="0">
                <a:solidFill>
                  <a:srgbClr val="FF0000"/>
                </a:solidFill>
              </a:rPr>
              <a:t>Two Syntax: </a:t>
            </a:r>
            <a:r>
              <a:rPr lang="en-US" dirty="0" smtClean="0">
                <a:solidFill>
                  <a:schemeClr val="tx1"/>
                </a:solidFill>
              </a:rPr>
              <a:t>1-</a:t>
            </a:r>
            <a:r>
              <a:rPr lang="en-US" sz="2400" dirty="0" smtClean="0">
                <a:solidFill>
                  <a:srgbClr val="FF0000"/>
                </a:solidFill>
              </a:rPr>
              <a:t> </a:t>
            </a:r>
            <a:r>
              <a:rPr lang="en-US" dirty="0" smtClean="0">
                <a:solidFill>
                  <a:srgbClr val="00B050"/>
                </a:solidFill>
              </a:rPr>
              <a:t>Explicit </a:t>
            </a:r>
            <a:r>
              <a:rPr lang="en-US" dirty="0">
                <a:solidFill>
                  <a:srgbClr val="00B050"/>
                </a:solidFill>
              </a:rPr>
              <a:t>join syntax (ANSI SQL:1992 join syntax) </a:t>
            </a:r>
            <a:r>
              <a:rPr lang="en-US" dirty="0" smtClean="0"/>
              <a:t>2-</a:t>
            </a:r>
            <a:r>
              <a:rPr lang="en-US" dirty="0" smtClean="0">
                <a:solidFill>
                  <a:srgbClr val="00B050"/>
                </a:solidFill>
              </a:rPr>
              <a:t>Implicit </a:t>
            </a:r>
            <a:r>
              <a:rPr lang="en-US" dirty="0">
                <a:solidFill>
                  <a:srgbClr val="00B050"/>
                </a:solidFill>
              </a:rPr>
              <a:t>join syntax (old-style </a:t>
            </a:r>
            <a:r>
              <a:rPr lang="en-US" dirty="0" smtClean="0">
                <a:solidFill>
                  <a:srgbClr val="00B050"/>
                </a:solidFill>
              </a:rPr>
              <a:t>join syntax.</a:t>
            </a:r>
          </a:p>
          <a:p>
            <a:pPr marL="0" indent="0">
              <a:buNone/>
            </a:pPr>
            <a:r>
              <a:rPr lang="en-US" dirty="0" smtClean="0"/>
              <a:t> </a:t>
            </a:r>
            <a:r>
              <a:rPr lang="en-US" dirty="0"/>
              <a:t>CROSS JOIN • [INNER] JOIN • LEFT [OUTER] JOIN • RIGHT [OUTER] JOIN • FULL [OUTER] JOIN</a:t>
            </a:r>
          </a:p>
        </p:txBody>
      </p:sp>
    </p:spTree>
    <p:extLst>
      <p:ext uri="{BB962C8B-B14F-4D97-AF65-F5344CB8AC3E}">
        <p14:creationId xmlns:p14="http://schemas.microsoft.com/office/powerpoint/2010/main" val="33283709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Join -----&gt; Inner Join</a:t>
            </a:r>
            <a:endParaRPr lang="en-US" dirty="0"/>
          </a:p>
        </p:txBody>
      </p:sp>
      <p:sp>
        <p:nvSpPr>
          <p:cNvPr id="3" name="Content Placeholder 2"/>
          <p:cNvSpPr>
            <a:spLocks noGrp="1"/>
          </p:cNvSpPr>
          <p:nvPr>
            <p:ph idx="1"/>
          </p:nvPr>
        </p:nvSpPr>
        <p:spPr/>
        <p:txBody>
          <a:bodyPr/>
          <a:lstStyle/>
          <a:p>
            <a:r>
              <a:rPr lang="en-US" dirty="0" smtClean="0"/>
              <a:t>Natural Join = </a:t>
            </a:r>
            <a:r>
              <a:rPr lang="en-US" dirty="0" err="1" smtClean="0"/>
              <a:t>equi</a:t>
            </a:r>
            <a:r>
              <a:rPr lang="en-US" dirty="0" smtClean="0"/>
              <a:t>-join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618" y="2578806"/>
            <a:ext cx="5229629" cy="136498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4330" y="2578806"/>
            <a:ext cx="4800433" cy="135561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48372" y="4397584"/>
            <a:ext cx="5845010" cy="1808057"/>
          </a:xfrm>
          <a:prstGeom prst="rect">
            <a:avLst/>
          </a:prstGeom>
        </p:spPr>
      </p:pic>
      <p:sp>
        <p:nvSpPr>
          <p:cNvPr id="7" name="TextBox 6"/>
          <p:cNvSpPr txBox="1"/>
          <p:nvPr/>
        </p:nvSpPr>
        <p:spPr>
          <a:xfrm>
            <a:off x="1497792" y="5285644"/>
            <a:ext cx="825034" cy="369332"/>
          </a:xfrm>
          <a:prstGeom prst="rect">
            <a:avLst/>
          </a:prstGeom>
          <a:noFill/>
        </p:spPr>
        <p:txBody>
          <a:bodyPr wrap="none" rtlCol="0">
            <a:spAutoFit/>
          </a:bodyPr>
          <a:lstStyle/>
          <a:p>
            <a:r>
              <a:rPr lang="en-US" dirty="0" smtClean="0"/>
              <a:t>Result:</a:t>
            </a:r>
            <a:endParaRPr lang="en-US" dirty="0"/>
          </a:p>
        </p:txBody>
      </p:sp>
      <p:sp>
        <p:nvSpPr>
          <p:cNvPr id="8" name="Down Arrow 7"/>
          <p:cNvSpPr/>
          <p:nvPr/>
        </p:nvSpPr>
        <p:spPr>
          <a:xfrm rot="16200000">
            <a:off x="2597543" y="5026895"/>
            <a:ext cx="401266" cy="9506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072034" y="2237346"/>
            <a:ext cx="851515" cy="369332"/>
          </a:xfrm>
          <a:prstGeom prst="rect">
            <a:avLst/>
          </a:prstGeom>
          <a:noFill/>
        </p:spPr>
        <p:txBody>
          <a:bodyPr wrap="none" rtlCol="0">
            <a:spAutoFit/>
          </a:bodyPr>
          <a:lstStyle/>
          <a:p>
            <a:r>
              <a:rPr lang="en-US" dirty="0" smtClean="0">
                <a:solidFill>
                  <a:srgbClr val="C00000"/>
                </a:solidFill>
              </a:rPr>
              <a:t>Explicit</a:t>
            </a:r>
            <a:endParaRPr lang="en-US" dirty="0">
              <a:solidFill>
                <a:srgbClr val="C00000"/>
              </a:solidFill>
            </a:endParaRPr>
          </a:p>
        </p:txBody>
      </p:sp>
      <p:sp>
        <p:nvSpPr>
          <p:cNvPr id="10" name="TextBox 9"/>
          <p:cNvSpPr txBox="1"/>
          <p:nvPr/>
        </p:nvSpPr>
        <p:spPr>
          <a:xfrm>
            <a:off x="6874330" y="2211620"/>
            <a:ext cx="881973" cy="369332"/>
          </a:xfrm>
          <a:prstGeom prst="rect">
            <a:avLst/>
          </a:prstGeom>
          <a:noFill/>
        </p:spPr>
        <p:txBody>
          <a:bodyPr wrap="none" rtlCol="0">
            <a:spAutoFit/>
          </a:bodyPr>
          <a:lstStyle/>
          <a:p>
            <a:r>
              <a:rPr lang="en-US" dirty="0" smtClean="0">
                <a:solidFill>
                  <a:srgbClr val="C00000"/>
                </a:solidFill>
              </a:rPr>
              <a:t>Implicit</a:t>
            </a:r>
            <a:endParaRPr lang="en-US" dirty="0">
              <a:solidFill>
                <a:srgbClr val="C00000"/>
              </a:solidFill>
            </a:endParaRPr>
          </a:p>
        </p:txBody>
      </p:sp>
    </p:spTree>
    <p:extLst>
      <p:ext uri="{BB962C8B-B14F-4D97-AF65-F5344CB8AC3E}">
        <p14:creationId xmlns:p14="http://schemas.microsoft.com/office/powerpoint/2010/main" val="27887753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Join -----&gt; Inner Join</a:t>
            </a:r>
            <a:endParaRPr lang="en-US" dirty="0"/>
          </a:p>
        </p:txBody>
      </p:sp>
      <p:sp>
        <p:nvSpPr>
          <p:cNvPr id="3" name="Content Placeholder 2"/>
          <p:cNvSpPr>
            <a:spLocks noGrp="1"/>
          </p:cNvSpPr>
          <p:nvPr>
            <p:ph idx="1"/>
          </p:nvPr>
        </p:nvSpPr>
        <p:spPr/>
        <p:txBody>
          <a:bodyPr/>
          <a:lstStyle/>
          <a:p>
            <a:r>
              <a:rPr lang="en-US" dirty="0"/>
              <a:t>The names of columns in a SELECT statement can be qualified. “Qualifying” a column name means that, to avoid any possible ambiguity about which table the column belongs to, the column name is preceded by its table name (or the alias of the table), separated by a period: </a:t>
            </a:r>
            <a:r>
              <a:rPr lang="en-US" dirty="0" err="1"/>
              <a:t>table_name.column_name</a:t>
            </a:r>
            <a:r>
              <a:rPr lang="en-US" dirty="0"/>
              <a:t>. </a:t>
            </a:r>
            <a:r>
              <a:rPr lang="en-US" dirty="0" smtClean="0">
                <a:solidFill>
                  <a:srgbClr val="00B0F0"/>
                </a:solidFill>
              </a:rPr>
              <a:t>Qualified </a:t>
            </a:r>
            <a:r>
              <a:rPr lang="en-US" dirty="0">
                <a:solidFill>
                  <a:srgbClr val="00B0F0"/>
                </a:solidFill>
              </a:rPr>
              <a:t>names is generally </a:t>
            </a:r>
            <a:r>
              <a:rPr lang="en-US" dirty="0" smtClean="0">
                <a:solidFill>
                  <a:srgbClr val="00B0F0"/>
                </a:solidFill>
              </a:rPr>
              <a:t>recommended </a:t>
            </a:r>
            <a:r>
              <a:rPr lang="en-US" dirty="0">
                <a:solidFill>
                  <a:srgbClr val="00B0F0"/>
                </a:solidFill>
              </a:rPr>
              <a:t>for </a:t>
            </a:r>
            <a:r>
              <a:rPr lang="en-US" dirty="0" smtClean="0">
                <a:solidFill>
                  <a:srgbClr val="00B0F0"/>
                </a:solidFill>
              </a:rPr>
              <a:t>readability.</a:t>
            </a:r>
            <a:endParaRPr lang="en-US" dirty="0">
              <a:solidFill>
                <a:srgbClr val="00B0F0"/>
              </a:solidFill>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3426" y="3122258"/>
            <a:ext cx="7317047" cy="3246406"/>
          </a:xfrm>
          <a:prstGeom prst="rect">
            <a:avLst/>
          </a:prstGeom>
        </p:spPr>
      </p:pic>
    </p:spTree>
    <p:extLst>
      <p:ext uri="{BB962C8B-B14F-4D97-AF65-F5344CB8AC3E}">
        <p14:creationId xmlns:p14="http://schemas.microsoft.com/office/powerpoint/2010/main" val="18264264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Join -----&gt; Inner Join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7150" y="1808573"/>
            <a:ext cx="8823936" cy="1719718"/>
          </a:xfrm>
        </p:spPr>
      </p:pic>
      <p:sp>
        <p:nvSpPr>
          <p:cNvPr id="5" name="TextBox 4"/>
          <p:cNvSpPr txBox="1"/>
          <p:nvPr/>
        </p:nvSpPr>
        <p:spPr>
          <a:xfrm>
            <a:off x="1313245" y="1808573"/>
            <a:ext cx="1272936" cy="400110"/>
          </a:xfrm>
          <a:prstGeom prst="rect">
            <a:avLst/>
          </a:prstGeom>
          <a:solidFill>
            <a:srgbClr val="00B0F0"/>
          </a:solidFill>
        </p:spPr>
        <p:txBody>
          <a:bodyPr wrap="square" rtlCol="0">
            <a:spAutoFit/>
          </a:bodyPr>
          <a:lstStyle/>
          <a:p>
            <a:r>
              <a:rPr lang="en-US" sz="2000" dirty="0" smtClean="0"/>
              <a:t>The Result</a:t>
            </a:r>
            <a:endParaRPr lang="en-US" sz="20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8623" y="3599504"/>
            <a:ext cx="5090178" cy="2817977"/>
          </a:xfrm>
          <a:prstGeom prst="rect">
            <a:avLst/>
          </a:prstGeom>
        </p:spPr>
      </p:pic>
      <p:sp>
        <p:nvSpPr>
          <p:cNvPr id="7" name="TextBox 6"/>
          <p:cNvSpPr txBox="1"/>
          <p:nvPr/>
        </p:nvSpPr>
        <p:spPr>
          <a:xfrm>
            <a:off x="517236" y="4726313"/>
            <a:ext cx="1801134" cy="369332"/>
          </a:xfrm>
          <a:prstGeom prst="rect">
            <a:avLst/>
          </a:prstGeom>
          <a:noFill/>
        </p:spPr>
        <p:txBody>
          <a:bodyPr wrap="none" rtlCol="0">
            <a:spAutoFit/>
          </a:bodyPr>
          <a:lstStyle/>
          <a:p>
            <a:r>
              <a:rPr lang="en-US" dirty="0" smtClean="0"/>
              <a:t>Another Example</a:t>
            </a:r>
            <a:endParaRPr lang="en-US" dirty="0"/>
          </a:p>
        </p:txBody>
      </p:sp>
      <p:sp>
        <p:nvSpPr>
          <p:cNvPr id="8" name="Right Arrow 7"/>
          <p:cNvSpPr/>
          <p:nvPr/>
        </p:nvSpPr>
        <p:spPr>
          <a:xfrm>
            <a:off x="2410734" y="4668663"/>
            <a:ext cx="1551709" cy="484632"/>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68936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Joining More Than Two Tables </a:t>
            </a:r>
            <a:endParaRPr lang="en-US" dirty="0"/>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r>
              <a:rPr lang="en-US" dirty="0" smtClean="0"/>
              <a:t>No </a:t>
            </a:r>
            <a:r>
              <a:rPr lang="en-US" dirty="0"/>
              <a:t>upper limit on the number of tables that can be joined using a SELECT statement. </a:t>
            </a:r>
            <a:endParaRPr lang="en-US" dirty="0" smtClean="0"/>
          </a:p>
          <a:p>
            <a:r>
              <a:rPr lang="en-US" dirty="0"/>
              <a:t>One join condition always combines two tables! </a:t>
            </a:r>
            <a:r>
              <a:rPr lang="en-US" dirty="0" smtClean="0"/>
              <a:t>Maximum </a:t>
            </a:r>
            <a:r>
              <a:rPr lang="en-US" dirty="0"/>
              <a:t>number of tables that can be joined in a SELECT statement is </a:t>
            </a:r>
            <a:r>
              <a:rPr lang="en-US" dirty="0" smtClean="0"/>
              <a:t>64.</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5521" y="3140607"/>
            <a:ext cx="7364225" cy="2572370"/>
          </a:xfrm>
          <a:prstGeom prst="rect">
            <a:avLst/>
          </a:prstGeom>
        </p:spPr>
      </p:pic>
      <p:sp>
        <p:nvSpPr>
          <p:cNvPr id="5" name="TextBox 4"/>
          <p:cNvSpPr txBox="1"/>
          <p:nvPr/>
        </p:nvSpPr>
        <p:spPr>
          <a:xfrm>
            <a:off x="1237672" y="3143181"/>
            <a:ext cx="977191" cy="369332"/>
          </a:xfrm>
          <a:prstGeom prst="rect">
            <a:avLst/>
          </a:prstGeom>
          <a:noFill/>
        </p:spPr>
        <p:txBody>
          <a:bodyPr wrap="none" rtlCol="0">
            <a:spAutoFit/>
          </a:bodyPr>
          <a:lstStyle/>
          <a:p>
            <a:r>
              <a:rPr lang="en-US" dirty="0" smtClean="0">
                <a:solidFill>
                  <a:srgbClr val="0070C0"/>
                </a:solidFill>
              </a:rPr>
              <a:t>Example</a:t>
            </a:r>
            <a:endParaRPr lang="en-US" dirty="0">
              <a:solidFill>
                <a:srgbClr val="0070C0"/>
              </a:solidFill>
            </a:endParaRPr>
          </a:p>
        </p:txBody>
      </p:sp>
      <p:cxnSp>
        <p:nvCxnSpPr>
          <p:cNvPr id="7" name="Elbow Connector 6"/>
          <p:cNvCxnSpPr/>
          <p:nvPr/>
        </p:nvCxnSpPr>
        <p:spPr>
          <a:xfrm>
            <a:off x="2214863" y="3327847"/>
            <a:ext cx="1284724" cy="1098945"/>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08062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a:t>
            </a:r>
            <a:endParaRPr lang="en-US" dirty="0"/>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r>
              <a:rPr lang="en-US" dirty="0"/>
              <a:t>A Cartesian product combines each row of the first table with each row of the second table. In general, the Cartesian product of two tables such that the first table has n rows and the second table has m rows will produce a result with n times m rows </a:t>
            </a:r>
            <a:r>
              <a:rPr lang="en-US" dirty="0">
                <a:solidFill>
                  <a:srgbClr val="FF0000"/>
                </a:solidFill>
              </a:rPr>
              <a:t>(or n*m). </a:t>
            </a:r>
            <a:r>
              <a:rPr lang="en-US" dirty="0"/>
              <a:t>Thus, the result set in Example 6.62 contains 7*3 = 21 rows</a:t>
            </a:r>
            <a:r>
              <a:rPr lang="en-US" dirty="0" smtClean="0"/>
              <a:t>.</a:t>
            </a:r>
          </a:p>
          <a:p>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876" y="3018252"/>
            <a:ext cx="5989542" cy="1193529"/>
          </a:xfrm>
          <a:prstGeom prst="rect">
            <a:avLst/>
          </a:prstGeom>
        </p:spPr>
      </p:pic>
      <p:sp>
        <p:nvSpPr>
          <p:cNvPr id="8" name="TextBox 7"/>
          <p:cNvSpPr txBox="1"/>
          <p:nvPr/>
        </p:nvSpPr>
        <p:spPr>
          <a:xfrm>
            <a:off x="1671782" y="4719781"/>
            <a:ext cx="2844800" cy="369332"/>
          </a:xfrm>
          <a:prstGeom prst="rect">
            <a:avLst/>
          </a:prstGeom>
          <a:solidFill>
            <a:srgbClr val="FFC000"/>
          </a:solidFill>
        </p:spPr>
        <p:txBody>
          <a:bodyPr wrap="square" rtlCol="0">
            <a:spAutoFit/>
          </a:bodyPr>
          <a:lstStyle/>
          <a:p>
            <a:r>
              <a:rPr lang="en-US" dirty="0" smtClean="0"/>
              <a:t>In Practical it is Unusual !!!</a:t>
            </a:r>
            <a:endParaRPr lang="en-US" dirty="0"/>
          </a:p>
        </p:txBody>
      </p:sp>
    </p:spTree>
    <p:extLst>
      <p:ext uri="{BB962C8B-B14F-4D97-AF65-F5344CB8AC3E}">
        <p14:creationId xmlns:p14="http://schemas.microsoft.com/office/powerpoint/2010/main" val="18327677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Outer Join</a:t>
            </a:r>
            <a:endParaRPr lang="en-US" dirty="0"/>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r>
              <a:rPr lang="en-US" dirty="0" smtClean="0"/>
              <a:t>Sometimes </a:t>
            </a:r>
            <a:r>
              <a:rPr lang="en-US" dirty="0"/>
              <a:t>it is necessary to retrieve, in addition to the matching rows, the unmatched rows from one or both of the tables. Such an operation is called an </a:t>
            </a:r>
            <a:r>
              <a:rPr lang="en-US" dirty="0">
                <a:solidFill>
                  <a:srgbClr val="FF0000"/>
                </a:solidFill>
              </a:rPr>
              <a:t>outer join</a:t>
            </a:r>
            <a:r>
              <a:rPr lang="en-US" dirty="0" smtClean="0"/>
              <a:t>. </a:t>
            </a:r>
            <a:r>
              <a:rPr lang="en-US" dirty="0" smtClean="0">
                <a:solidFill>
                  <a:srgbClr val="0070C0"/>
                </a:solidFill>
              </a:rPr>
              <a:t>Right Outer Join, Left Outer Join, Full Outer Join.</a:t>
            </a:r>
            <a:endParaRPr lang="en-US" dirty="0">
              <a:solidFill>
                <a:srgbClr val="0070C0"/>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4588" y="2515465"/>
            <a:ext cx="5007957" cy="125080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4443" y="3820460"/>
            <a:ext cx="6534566" cy="1973809"/>
          </a:xfrm>
          <a:prstGeom prst="rect">
            <a:avLst/>
          </a:prstGeom>
        </p:spPr>
      </p:pic>
      <p:sp>
        <p:nvSpPr>
          <p:cNvPr id="7" name="TextBox 6"/>
          <p:cNvSpPr txBox="1"/>
          <p:nvPr/>
        </p:nvSpPr>
        <p:spPr>
          <a:xfrm>
            <a:off x="1874983" y="4622698"/>
            <a:ext cx="762516" cy="369332"/>
          </a:xfrm>
          <a:prstGeom prst="rect">
            <a:avLst/>
          </a:prstGeom>
          <a:noFill/>
        </p:spPr>
        <p:txBody>
          <a:bodyPr wrap="none" rtlCol="0">
            <a:spAutoFit/>
          </a:bodyPr>
          <a:lstStyle/>
          <a:p>
            <a:r>
              <a:rPr lang="en-US" dirty="0" smtClean="0"/>
              <a:t>Result</a:t>
            </a:r>
            <a:endParaRPr lang="en-US" dirty="0"/>
          </a:p>
        </p:txBody>
      </p:sp>
      <p:sp>
        <p:nvSpPr>
          <p:cNvPr id="9" name="Right Arrow 8"/>
          <p:cNvSpPr/>
          <p:nvPr/>
        </p:nvSpPr>
        <p:spPr>
          <a:xfrm>
            <a:off x="2733964" y="4571735"/>
            <a:ext cx="978408" cy="4846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782619" y="2956203"/>
            <a:ext cx="977191" cy="369332"/>
          </a:xfrm>
          <a:prstGeom prst="rect">
            <a:avLst/>
          </a:prstGeom>
          <a:noFill/>
        </p:spPr>
        <p:txBody>
          <a:bodyPr wrap="none" rtlCol="0">
            <a:spAutoFit/>
          </a:bodyPr>
          <a:lstStyle/>
          <a:p>
            <a:r>
              <a:rPr lang="en-US" dirty="0" smtClean="0"/>
              <a:t>Example</a:t>
            </a:r>
            <a:endParaRPr lang="en-US" dirty="0"/>
          </a:p>
        </p:txBody>
      </p:sp>
      <p:sp>
        <p:nvSpPr>
          <p:cNvPr id="11" name="Right Arrow 10"/>
          <p:cNvSpPr/>
          <p:nvPr/>
        </p:nvSpPr>
        <p:spPr>
          <a:xfrm>
            <a:off x="2779823" y="2898553"/>
            <a:ext cx="978408" cy="4846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54010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 Outer Join</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8180" y="2194439"/>
            <a:ext cx="8913820" cy="3171888"/>
          </a:xfrm>
        </p:spPr>
        <p:style>
          <a:lnRef idx="1">
            <a:schemeClr val="accent5"/>
          </a:lnRef>
          <a:fillRef idx="2">
            <a:schemeClr val="accent5"/>
          </a:fillRef>
          <a:effectRef idx="1">
            <a:schemeClr val="accent5"/>
          </a:effectRef>
          <a:fontRef idx="minor">
            <a:schemeClr val="dk1"/>
          </a:fontRef>
        </p:style>
      </p:pic>
      <p:sp>
        <p:nvSpPr>
          <p:cNvPr id="7" name="TextBox 6"/>
          <p:cNvSpPr txBox="1"/>
          <p:nvPr/>
        </p:nvSpPr>
        <p:spPr>
          <a:xfrm>
            <a:off x="1149266" y="4444454"/>
            <a:ext cx="762516" cy="369332"/>
          </a:xfrm>
          <a:prstGeom prst="rect">
            <a:avLst/>
          </a:prstGeom>
          <a:noFill/>
        </p:spPr>
        <p:txBody>
          <a:bodyPr wrap="none" rtlCol="0">
            <a:spAutoFit/>
          </a:bodyPr>
          <a:lstStyle/>
          <a:p>
            <a:r>
              <a:rPr lang="en-US" dirty="0" smtClean="0"/>
              <a:t>Result</a:t>
            </a:r>
            <a:endParaRPr lang="en-US" dirty="0"/>
          </a:p>
        </p:txBody>
      </p:sp>
      <p:sp>
        <p:nvSpPr>
          <p:cNvPr id="9" name="Right Arrow 8"/>
          <p:cNvSpPr/>
          <p:nvPr/>
        </p:nvSpPr>
        <p:spPr>
          <a:xfrm>
            <a:off x="2159446" y="4331060"/>
            <a:ext cx="978408" cy="4846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41929" y="2529221"/>
            <a:ext cx="977191" cy="369332"/>
          </a:xfrm>
          <a:prstGeom prst="rect">
            <a:avLst/>
          </a:prstGeom>
          <a:noFill/>
        </p:spPr>
        <p:txBody>
          <a:bodyPr wrap="none" rtlCol="0">
            <a:spAutoFit/>
          </a:bodyPr>
          <a:lstStyle/>
          <a:p>
            <a:r>
              <a:rPr lang="en-US" dirty="0" smtClean="0"/>
              <a:t>Example</a:t>
            </a:r>
            <a:endParaRPr lang="en-US" dirty="0"/>
          </a:p>
        </p:txBody>
      </p:sp>
      <p:sp>
        <p:nvSpPr>
          <p:cNvPr id="11" name="Right Arrow 10"/>
          <p:cNvSpPr/>
          <p:nvPr/>
        </p:nvSpPr>
        <p:spPr>
          <a:xfrm>
            <a:off x="2159446" y="2471571"/>
            <a:ext cx="978408" cy="4846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77932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Theta Join</a:t>
            </a:r>
            <a:endParaRPr lang="en-US" dirty="0"/>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r>
              <a:rPr lang="en-US" dirty="0" smtClean="0"/>
              <a:t>Join columns </a:t>
            </a:r>
            <a:r>
              <a:rPr lang="en-US" dirty="0"/>
              <a:t>need not be compared using the equality sign. A join operation using a general join condition is called a theta </a:t>
            </a:r>
            <a:r>
              <a:rPr lang="en-US" dirty="0" smtClean="0"/>
              <a:t>join.</a:t>
            </a:r>
            <a:endParaRPr lang="en-US" dirty="0"/>
          </a:p>
        </p:txBody>
      </p:sp>
      <p:sp>
        <p:nvSpPr>
          <p:cNvPr id="8" name="TextBox 7"/>
          <p:cNvSpPr txBox="1"/>
          <p:nvPr/>
        </p:nvSpPr>
        <p:spPr>
          <a:xfrm>
            <a:off x="1560945" y="4752509"/>
            <a:ext cx="1006764" cy="369332"/>
          </a:xfrm>
          <a:prstGeom prst="rect">
            <a:avLst/>
          </a:prstGeom>
          <a:solidFill>
            <a:srgbClr val="FFC000"/>
          </a:solidFill>
        </p:spPr>
        <p:txBody>
          <a:bodyPr wrap="square" rtlCol="0">
            <a:spAutoFit/>
          </a:bodyPr>
          <a:lstStyle/>
          <a:p>
            <a:r>
              <a:rPr lang="en-US" dirty="0" smtClean="0"/>
              <a:t>Result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6891" y="2610271"/>
            <a:ext cx="5306109" cy="100836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6891" y="4137034"/>
            <a:ext cx="6979009" cy="1600282"/>
          </a:xfrm>
          <a:prstGeom prst="rect">
            <a:avLst/>
          </a:prstGeom>
        </p:spPr>
      </p:pic>
      <p:sp>
        <p:nvSpPr>
          <p:cNvPr id="11" name="TextBox 10"/>
          <p:cNvSpPr txBox="1"/>
          <p:nvPr/>
        </p:nvSpPr>
        <p:spPr>
          <a:xfrm>
            <a:off x="1465322" y="2631216"/>
            <a:ext cx="1006764" cy="369332"/>
          </a:xfrm>
          <a:prstGeom prst="rect">
            <a:avLst/>
          </a:prstGeom>
          <a:solidFill>
            <a:srgbClr val="FFC000"/>
          </a:solidFill>
        </p:spPr>
        <p:txBody>
          <a:bodyPr wrap="square" rtlCol="0">
            <a:spAutoFit/>
          </a:bodyPr>
          <a:lstStyle/>
          <a:p>
            <a:r>
              <a:rPr lang="en-US" dirty="0" smtClean="0"/>
              <a:t>Example</a:t>
            </a:r>
            <a:endParaRPr lang="en-US" dirty="0"/>
          </a:p>
        </p:txBody>
      </p:sp>
      <p:cxnSp>
        <p:nvCxnSpPr>
          <p:cNvPr id="12" name="Elbow Connector 11"/>
          <p:cNvCxnSpPr/>
          <p:nvPr/>
        </p:nvCxnSpPr>
        <p:spPr>
          <a:xfrm>
            <a:off x="2472086" y="2791070"/>
            <a:ext cx="1197033" cy="418955"/>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p:nvPr/>
        </p:nvCxnSpPr>
        <p:spPr>
          <a:xfrm>
            <a:off x="2608783" y="4912363"/>
            <a:ext cx="1197033" cy="418955"/>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4109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Self-Join, or Joining a Table with Itself</a:t>
            </a:r>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r>
              <a:rPr lang="en-US" dirty="0" smtClean="0"/>
              <a:t>In </a:t>
            </a:r>
            <a:r>
              <a:rPr lang="en-US" dirty="0"/>
              <a:t>addition to joining two or more different tables, a natural join operation can also be applied to a single table. In this case, the table is joined with itself, whereby a single column of the table is compared with itself. The comparison of a column with itself means that the table name appears twice in the FROM clause of a SELECT statement. Therefore, you need to be able to reference the name of the same table twice. This can be accomplished using at least one alias name. The same is true for the column names in the join condition of a SELECT statement. In order to distinguish both column names, you use the qualified names.</a:t>
            </a:r>
          </a:p>
        </p:txBody>
      </p:sp>
    </p:spTree>
    <p:extLst>
      <p:ext uri="{BB962C8B-B14F-4D97-AF65-F5344CB8AC3E}">
        <p14:creationId xmlns:p14="http://schemas.microsoft.com/office/powerpoint/2010/main" val="34764775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Self-Join, or Joining a Table with Itself</a:t>
            </a:r>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r>
              <a:rPr lang="en-US" dirty="0" smtClean="0"/>
              <a: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9382" y="2798305"/>
            <a:ext cx="8366298" cy="3070789"/>
          </a:xfrm>
          <a:prstGeom prst="rect">
            <a:avLst/>
          </a:prstGeom>
        </p:spPr>
      </p:pic>
      <p:sp>
        <p:nvSpPr>
          <p:cNvPr id="5" name="TextBox 4"/>
          <p:cNvSpPr txBox="1"/>
          <p:nvPr/>
        </p:nvSpPr>
        <p:spPr>
          <a:xfrm>
            <a:off x="1097280" y="1845734"/>
            <a:ext cx="1008611" cy="369332"/>
          </a:xfrm>
          <a:prstGeom prst="rect">
            <a:avLst/>
          </a:prstGeom>
          <a:solidFill>
            <a:srgbClr val="00B050"/>
          </a:solidFill>
        </p:spPr>
        <p:txBody>
          <a:bodyPr wrap="square" rtlCol="0">
            <a:spAutoFit/>
          </a:bodyPr>
          <a:lstStyle/>
          <a:p>
            <a:r>
              <a:rPr lang="en-US" dirty="0" smtClean="0"/>
              <a:t>Example</a:t>
            </a:r>
            <a:endParaRPr lang="en-US" dirty="0"/>
          </a:p>
        </p:txBody>
      </p:sp>
      <p:cxnSp>
        <p:nvCxnSpPr>
          <p:cNvPr id="7" name="Elbow Connector 6"/>
          <p:cNvCxnSpPr/>
          <p:nvPr/>
        </p:nvCxnSpPr>
        <p:spPr>
          <a:xfrm rot="16200000" flipH="1">
            <a:off x="2074476" y="2083398"/>
            <a:ext cx="746321" cy="683491"/>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3718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Semi-Join</a:t>
            </a:r>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r>
              <a:rPr lang="en-US" dirty="0"/>
              <a:t>Semi-Join The semi-join is similar to the natural join, but the result of the semi-join is only the set of all rows from one table where one or more matches are found in the second table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4735" y="2569703"/>
            <a:ext cx="5626723" cy="1503534"/>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4735" y="4351719"/>
            <a:ext cx="7564626" cy="1393299"/>
          </a:xfrm>
          <a:prstGeom prst="rect">
            <a:avLst/>
          </a:prstGeom>
        </p:spPr>
      </p:pic>
      <p:sp>
        <p:nvSpPr>
          <p:cNvPr id="9" name="Right Arrow 8"/>
          <p:cNvSpPr/>
          <p:nvPr/>
        </p:nvSpPr>
        <p:spPr>
          <a:xfrm>
            <a:off x="2174698" y="3014499"/>
            <a:ext cx="1233519" cy="338301"/>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ight Arrow 9"/>
          <p:cNvSpPr/>
          <p:nvPr/>
        </p:nvSpPr>
        <p:spPr>
          <a:xfrm>
            <a:off x="2174697" y="5048368"/>
            <a:ext cx="1233519" cy="338301"/>
          </a:xfrm>
          <a:prstGeom prst="rightArrow">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extBox 10"/>
          <p:cNvSpPr txBox="1"/>
          <p:nvPr/>
        </p:nvSpPr>
        <p:spPr>
          <a:xfrm>
            <a:off x="1280411" y="2952138"/>
            <a:ext cx="846028" cy="369332"/>
          </a:xfrm>
          <a:prstGeom prst="rect">
            <a:avLst/>
          </a:prstGeom>
          <a:noFill/>
        </p:spPr>
        <p:txBody>
          <a:bodyPr wrap="square" rtlCol="0">
            <a:spAutoFit/>
          </a:bodyPr>
          <a:lstStyle/>
          <a:p>
            <a:r>
              <a:rPr lang="en-US" dirty="0" smtClean="0"/>
              <a:t>Query</a:t>
            </a:r>
            <a:endParaRPr lang="en-US" dirty="0"/>
          </a:p>
        </p:txBody>
      </p:sp>
      <p:sp>
        <p:nvSpPr>
          <p:cNvPr id="12" name="TextBox 11"/>
          <p:cNvSpPr txBox="1"/>
          <p:nvPr/>
        </p:nvSpPr>
        <p:spPr>
          <a:xfrm>
            <a:off x="1212975" y="5017337"/>
            <a:ext cx="846028" cy="369332"/>
          </a:xfrm>
          <a:prstGeom prst="rect">
            <a:avLst/>
          </a:prstGeom>
          <a:noFill/>
        </p:spPr>
        <p:txBody>
          <a:bodyPr wrap="square" rtlCol="0">
            <a:spAutoFit/>
          </a:bodyPr>
          <a:lstStyle/>
          <a:p>
            <a:r>
              <a:rPr lang="en-US" dirty="0" smtClean="0"/>
              <a:t>Result</a:t>
            </a:r>
            <a:endParaRPr lang="en-US" dirty="0"/>
          </a:p>
        </p:txBody>
      </p:sp>
    </p:spTree>
    <p:extLst>
      <p:ext uri="{BB962C8B-B14F-4D97-AF65-F5344CB8AC3E}">
        <p14:creationId xmlns:p14="http://schemas.microsoft.com/office/powerpoint/2010/main" val="27464390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89891" y="5067439"/>
            <a:ext cx="10483273" cy="584775"/>
          </a:xfrm>
          <a:prstGeom prst="rect">
            <a:avLst/>
          </a:prstGeom>
          <a:noFill/>
        </p:spPr>
        <p:txBody>
          <a:bodyPr wrap="square" rtlCol="0">
            <a:spAutoFit/>
          </a:bodyPr>
          <a:lstStyle/>
          <a:p>
            <a:r>
              <a:rPr lang="en-US" sz="3200" dirty="0" smtClean="0"/>
              <a:t>Reference :  SQL Server 2019 A Beginner’s Guide 7</a:t>
            </a:r>
            <a:r>
              <a:rPr lang="en-US" sz="3200" baseline="30000" dirty="0" smtClean="0"/>
              <a:t>th</a:t>
            </a:r>
            <a:r>
              <a:rPr lang="en-US" sz="3200" dirty="0" smtClean="0"/>
              <a:t> Edition</a:t>
            </a:r>
            <a:endParaRPr lang="en-US" sz="3200" dirty="0"/>
          </a:p>
        </p:txBody>
      </p:sp>
      <p:sp>
        <p:nvSpPr>
          <p:cNvPr id="2" name="TextBox 1"/>
          <p:cNvSpPr txBox="1"/>
          <p:nvPr/>
        </p:nvSpPr>
        <p:spPr>
          <a:xfrm>
            <a:off x="2798618" y="2632364"/>
            <a:ext cx="6467540" cy="1200329"/>
          </a:xfrm>
          <a:prstGeom prst="rect">
            <a:avLst/>
          </a:prstGeom>
          <a:noFill/>
        </p:spPr>
        <p:txBody>
          <a:bodyPr wrap="none" rtlCol="0">
            <a:spAutoFit/>
          </a:bodyPr>
          <a:lstStyle/>
          <a:p>
            <a:r>
              <a:rPr lang="en-US" sz="7200" dirty="0" smtClean="0">
                <a:solidFill>
                  <a:schemeClr val="tx2">
                    <a:lumMod val="50000"/>
                  </a:schemeClr>
                </a:solidFill>
                <a:latin typeface="Snap ITC" panose="04040A07060A02020202" pitchFamily="82" charset="0"/>
              </a:rPr>
              <a:t>Thank You! </a:t>
            </a:r>
            <a:endParaRPr lang="en-US" sz="7200" dirty="0">
              <a:solidFill>
                <a:schemeClr val="tx2">
                  <a:lumMod val="50000"/>
                </a:schemeClr>
              </a:solidFill>
              <a:latin typeface="Snap ITC" panose="04040A07060A02020202" pitchFamily="82" charset="0"/>
            </a:endParaRPr>
          </a:p>
        </p:txBody>
      </p:sp>
    </p:spTree>
    <p:extLst>
      <p:ext uri="{BB962C8B-B14F-4D97-AF65-F5344CB8AC3E}">
        <p14:creationId xmlns:p14="http://schemas.microsoft.com/office/powerpoint/2010/main" val="2719251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amond(in)">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Retrospect</Template>
  <TotalTime>123</TotalTime>
  <Words>772</Words>
  <Application>Microsoft Office PowerPoint</Application>
  <PresentationFormat>Widescreen</PresentationFormat>
  <Paragraphs>60</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Aldhabi</vt:lpstr>
      <vt:lpstr>Andalus</vt:lpstr>
      <vt:lpstr>Calibri</vt:lpstr>
      <vt:lpstr>Calibri Light</vt:lpstr>
      <vt:lpstr>Snap ITC</vt:lpstr>
      <vt:lpstr>Wingdings</vt:lpstr>
      <vt:lpstr>Retrospect</vt:lpstr>
      <vt:lpstr>PowerPoint Presentation</vt:lpstr>
      <vt:lpstr>PowerPoint Presentation</vt:lpstr>
      <vt:lpstr>Temporary Tables</vt:lpstr>
      <vt:lpstr>Temporary Tables</vt:lpstr>
      <vt:lpstr>Join Operator</vt:lpstr>
      <vt:lpstr>Natural Join -----&gt; Inner Join</vt:lpstr>
      <vt:lpstr>Natural Join -----&gt; Inner Join</vt:lpstr>
      <vt:lpstr>Natural Join -----&gt; Inner Join</vt:lpstr>
      <vt:lpstr>Joining More Than Two Tables </vt:lpstr>
      <vt:lpstr>Cartesian Product</vt:lpstr>
      <vt:lpstr>Outer Join</vt:lpstr>
      <vt:lpstr>Right Outer Join</vt:lpstr>
      <vt:lpstr>Theta Join</vt:lpstr>
      <vt:lpstr>Self-Join, or Joining a Table with Itself</vt:lpstr>
      <vt:lpstr>Self-Join, or Joining a Table with Itself</vt:lpstr>
      <vt:lpstr>Semi-Join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Ebrahimi</dc:creator>
  <cp:lastModifiedBy>Ebrahimi</cp:lastModifiedBy>
  <cp:revision>17</cp:revision>
  <dcterms:created xsi:type="dcterms:W3CDTF">2025-09-12T09:23:31Z</dcterms:created>
  <dcterms:modified xsi:type="dcterms:W3CDTF">2025-10-19T17:06:02Z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